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90F78C1-1DA0-4E50-AEC0-D2642B8911CF}">
  <a:tblStyle styleId="{290F78C1-1DA0-4E50-AEC0-D2642B8911CF}" styleName="Table_0">
    <a:wholeTbl>
      <a:tcTxStyle b="off" i="off">
        <a:font>
          <a:latin typeface="Bookman Old Style"/>
          <a:ea typeface="Bookman Old Style"/>
          <a:cs typeface="Bookman Old Style"/>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2DC6D2AE-7601-43A2-85D1-BDCFF634C160}"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5" name="Google Shape;8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aa5a7b6c83_0_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6" name="Google Shape;96;g3aa5a7b6c83_0_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2" name="Google Shape;10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aa5a7b6c83_0_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8" name="Google Shape;108;g3aa5a7b6c83_0_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aa5a7b6c8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4" name="Google Shape;114;g3aa5a7b6c83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aa5a7b6c83_0_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0" name="Google Shape;120;g3aa5a7b6c83_0_9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aa5a7b6c83_0_1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 name="Google Shape;126;g3aa5a7b6c83_0_1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aa5a7b6c83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g3aa5a7b6c83_0_1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aa5a7b6c83_0_1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8" name="Google Shape;138;g3aa5a7b6c83_0_1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aa5a7b6c83_0_1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g3aa5a7b6c83_0_1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aa5a7b6c83_0_2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0" name="Google Shape;150;g3aa5a7b6c83_0_20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aa5a7b6c83_0_2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6" name="Google Shape;156;g3aa5a7b6c83_0_2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aa5a7b6c83_0_2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2" name="Google Shape;162;g3aa5a7b6c83_0_2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aa5a7b6c83_0_2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9" name="Google Shape;169;g3aa5a7b6c83_0_2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aa5a7b6c83_0_2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5" name="Google Shape;175;g3aa5a7b6c83_0_2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aa5a7b6c83_0_2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2" name="Google Shape;182;g3aa5a7b6c83_0_2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2"/>
          <p:cNvSpPr txBox="1"/>
          <p:nvPr>
            <p:ph type="ctrTitle"/>
          </p:nvPr>
        </p:nvSpPr>
        <p:spPr>
          <a:xfrm>
            <a:off x="1050877" y="1322386"/>
            <a:ext cx="10363200" cy="14700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17365D"/>
              </a:buClr>
              <a:buSzPts val="2800"/>
              <a:buFont typeface="Verdana"/>
              <a:buNone/>
              <a:defRPr>
                <a:solidFill>
                  <a:srgbClr val="17365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 type="subTitle"/>
          </p:nvPr>
        </p:nvSpPr>
        <p:spPr>
          <a:xfrm>
            <a:off x="2032000" y="3326641"/>
            <a:ext cx="85344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400"/>
              </a:spcBef>
              <a:spcAft>
                <a:spcPts val="0"/>
              </a:spcAft>
              <a:buClr>
                <a:srgbClr val="17365D"/>
              </a:buClr>
              <a:buSzPts val="2000"/>
              <a:buNone/>
              <a:defRPr b="1" sz="2000">
                <a:solidFill>
                  <a:srgbClr val="17365D"/>
                </a:solidFill>
              </a:defRPr>
            </a:lvl1pPr>
            <a:lvl2pPr lvl="1" algn="ctr">
              <a:lnSpc>
                <a:spcPct val="100000"/>
              </a:lnSpc>
              <a:spcBef>
                <a:spcPts val="400"/>
              </a:spcBef>
              <a:spcAft>
                <a:spcPts val="0"/>
              </a:spcAft>
              <a:buClr>
                <a:srgbClr val="888888"/>
              </a:buClr>
              <a:buSzPts val="2000"/>
              <a:buNone/>
              <a:defRPr>
                <a:solidFill>
                  <a:srgbClr val="888888"/>
                </a:solidFill>
              </a:defRPr>
            </a:lvl2pPr>
            <a:lvl3pPr lvl="2" algn="ctr">
              <a:lnSpc>
                <a:spcPct val="100000"/>
              </a:lnSpc>
              <a:spcBef>
                <a:spcPts val="360"/>
              </a:spcBef>
              <a:spcAft>
                <a:spcPts val="0"/>
              </a:spcAft>
              <a:buClr>
                <a:srgbClr val="888888"/>
              </a:buClr>
              <a:buSzPts val="1800"/>
              <a:buNone/>
              <a:defRPr>
                <a:solidFill>
                  <a:srgbClr val="888888"/>
                </a:solidFill>
              </a:defRPr>
            </a:lvl3pPr>
            <a:lvl4pPr lvl="3" algn="ctr">
              <a:lnSpc>
                <a:spcPct val="100000"/>
              </a:lnSpc>
              <a:spcBef>
                <a:spcPts val="320"/>
              </a:spcBef>
              <a:spcAft>
                <a:spcPts val="0"/>
              </a:spcAft>
              <a:buClr>
                <a:srgbClr val="888888"/>
              </a:buClr>
              <a:buSzPts val="1600"/>
              <a:buNone/>
              <a:defRPr>
                <a:solidFill>
                  <a:srgbClr val="888888"/>
                </a:solidFill>
              </a:defRPr>
            </a:lvl4pPr>
            <a:lvl5pPr lvl="4" algn="ctr">
              <a:lnSpc>
                <a:spcPct val="100000"/>
              </a:lnSpc>
              <a:spcBef>
                <a:spcPts val="320"/>
              </a:spcBef>
              <a:spcAft>
                <a:spcPts val="0"/>
              </a:spcAft>
              <a:buClr>
                <a:srgbClr val="888888"/>
              </a:buClr>
              <a:buSzPts val="16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6" name="Google Shape;16;p2"/>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17365D"/>
              </a:buClr>
              <a:buSzPts val="2800"/>
              <a:buFont typeface="Verdana"/>
              <a:buNone/>
              <a:defRPr>
                <a:solidFill>
                  <a:srgbClr val="17365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a:solidFill>
                  <a:schemeClr val="dk1"/>
                </a:solidFill>
              </a:defRPr>
            </a:lvl1pPr>
            <a:lvl2pPr indent="-355600" lvl="1" marL="914400" algn="l">
              <a:lnSpc>
                <a:spcPct val="100000"/>
              </a:lnSpc>
              <a:spcBef>
                <a:spcPts val="400"/>
              </a:spcBef>
              <a:spcAft>
                <a:spcPts val="0"/>
              </a:spcAft>
              <a:buClr>
                <a:schemeClr val="dk1"/>
              </a:buClr>
              <a:buSzPts val="2000"/>
              <a:buChar char="–"/>
              <a:defRPr>
                <a:solidFill>
                  <a:schemeClr val="dk1"/>
                </a:solidFill>
              </a:defRPr>
            </a:lvl2pPr>
            <a:lvl3pPr indent="-342900" lvl="2" marL="1371600" algn="l">
              <a:lnSpc>
                <a:spcPct val="100000"/>
              </a:lnSpc>
              <a:spcBef>
                <a:spcPts val="360"/>
              </a:spcBef>
              <a:spcAft>
                <a:spcPts val="0"/>
              </a:spcAft>
              <a:buClr>
                <a:schemeClr val="dk1"/>
              </a:buClr>
              <a:buSzPts val="1800"/>
              <a:buChar char="•"/>
              <a:defRPr>
                <a:solidFill>
                  <a:schemeClr val="dk1"/>
                </a:solidFill>
              </a:defRPr>
            </a:lvl3pPr>
            <a:lvl4pPr indent="-330200" lvl="3" marL="1828800" algn="l">
              <a:lnSpc>
                <a:spcPct val="100000"/>
              </a:lnSpc>
              <a:spcBef>
                <a:spcPts val="320"/>
              </a:spcBef>
              <a:spcAft>
                <a:spcPts val="0"/>
              </a:spcAft>
              <a:buClr>
                <a:schemeClr val="dk1"/>
              </a:buClr>
              <a:buSzPts val="1600"/>
              <a:buChar char="–"/>
              <a:defRPr>
                <a:solidFill>
                  <a:schemeClr val="dk1"/>
                </a:solidFill>
              </a:defRPr>
            </a:lvl4pPr>
            <a:lvl5pPr indent="-330200" lvl="4" marL="2286000" algn="l">
              <a:lnSpc>
                <a:spcPct val="100000"/>
              </a:lnSpc>
              <a:spcBef>
                <a:spcPts val="320"/>
              </a:spcBef>
              <a:spcAft>
                <a:spcPts val="0"/>
              </a:spcAft>
              <a:buClr>
                <a:schemeClr val="dk1"/>
              </a:buClr>
              <a:buSzPts val="1600"/>
              <a:buChar char="»"/>
              <a:defRPr>
                <a:solidFill>
                  <a:schemeClr val="dk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 name="Google Shape;22;p3"/>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5" name="Shape 25"/>
        <p:cNvGrpSpPr/>
        <p:nvPr/>
      </p:nvGrpSpPr>
      <p:grpSpPr>
        <a:xfrm>
          <a:off x="0" y="0"/>
          <a:ext cx="0" cy="0"/>
          <a:chOff x="0" y="0"/>
          <a:chExt cx="0" cy="0"/>
        </a:xfrm>
      </p:grpSpPr>
      <p:sp>
        <p:nvSpPr>
          <p:cNvPr id="26" name="Google Shape;26;p4"/>
          <p:cNvSpPr txBox="1"/>
          <p:nvPr>
            <p:ph type="title"/>
          </p:nvPr>
        </p:nvSpPr>
        <p:spPr>
          <a:xfrm>
            <a:off x="963084" y="4406903"/>
            <a:ext cx="10363200" cy="13620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Clr>
                <a:srgbClr val="FF0000"/>
              </a:buClr>
              <a:buSzPts val="4000"/>
              <a:buFont typeface="Verdana"/>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 type="body"/>
          </p:nvPr>
        </p:nvSpPr>
        <p:spPr>
          <a:xfrm>
            <a:off x="963084" y="2906713"/>
            <a:ext cx="10363200" cy="15003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28" name="Google Shape;28;p4"/>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1" name="Shape 31"/>
        <p:cNvGrpSpPr/>
        <p:nvPr/>
      </p:nvGrpSpPr>
      <p:grpSpPr>
        <a:xfrm>
          <a:off x="0" y="0"/>
          <a:ext cx="0" cy="0"/>
          <a:chOff x="0" y="0"/>
          <a:chExt cx="0" cy="0"/>
        </a:xfrm>
      </p:grpSpPr>
      <p:sp>
        <p:nvSpPr>
          <p:cNvPr id="32" name="Google Shape;32;p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2800"/>
              <a:buFont typeface="Verdana"/>
              <a:buNone/>
              <a:defRPr>
                <a:solidFill>
                  <a:srgbClr val="FF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
          <p:cNvSpPr txBox="1"/>
          <p:nvPr>
            <p:ph idx="1" type="body"/>
          </p:nvPr>
        </p:nvSpPr>
        <p:spPr>
          <a:xfrm>
            <a:off x="609600" y="1600203"/>
            <a:ext cx="53847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4" name="Google Shape;34;p5"/>
          <p:cNvSpPr txBox="1"/>
          <p:nvPr>
            <p:ph idx="2" type="body"/>
          </p:nvPr>
        </p:nvSpPr>
        <p:spPr>
          <a:xfrm>
            <a:off x="6197600" y="1600203"/>
            <a:ext cx="53847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5" name="Google Shape;35;p5"/>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8" name="Shape 38"/>
        <p:cNvGrpSpPr/>
        <p:nvPr/>
      </p:nvGrpSpPr>
      <p:grpSpPr>
        <a:xfrm>
          <a:off x="0" y="0"/>
          <a:ext cx="0" cy="0"/>
          <a:chOff x="0" y="0"/>
          <a:chExt cx="0" cy="0"/>
        </a:xfrm>
      </p:grpSpPr>
      <p:sp>
        <p:nvSpPr>
          <p:cNvPr id="39" name="Google Shape;39;p6"/>
          <p:cNvSpPr txBox="1"/>
          <p:nvPr>
            <p:ph type="title"/>
          </p:nvPr>
        </p:nvSpPr>
        <p:spPr>
          <a:xfrm>
            <a:off x="859368" y="304800"/>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2800"/>
              <a:buFont typeface="Verdana"/>
              <a:buNone/>
              <a:defRPr>
                <a:solidFill>
                  <a:srgbClr val="FF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
          <p:cNvSpPr txBox="1"/>
          <p:nvPr>
            <p:ph idx="1" type="body"/>
          </p:nvPr>
        </p:nvSpPr>
        <p:spPr>
          <a:xfrm>
            <a:off x="609600" y="1535113"/>
            <a:ext cx="53868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1" name="Google Shape;41;p6"/>
          <p:cNvSpPr txBox="1"/>
          <p:nvPr>
            <p:ph idx="2" type="body"/>
          </p:nvPr>
        </p:nvSpPr>
        <p:spPr>
          <a:xfrm>
            <a:off x="609600" y="2174875"/>
            <a:ext cx="53868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2" name="Google Shape;42;p6"/>
          <p:cNvSpPr txBox="1"/>
          <p:nvPr>
            <p:ph idx="3" type="body"/>
          </p:nvPr>
        </p:nvSpPr>
        <p:spPr>
          <a:xfrm>
            <a:off x="6193369" y="1535113"/>
            <a:ext cx="53889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6"/>
          <p:cNvSpPr txBox="1"/>
          <p:nvPr>
            <p:ph idx="4" type="body"/>
          </p:nvPr>
        </p:nvSpPr>
        <p:spPr>
          <a:xfrm>
            <a:off x="6193369" y="2174875"/>
            <a:ext cx="53889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6"/>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6"/>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6"/>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7" name="Shape 47"/>
        <p:cNvGrpSpPr/>
        <p:nvPr/>
      </p:nvGrpSpPr>
      <p:grpSpPr>
        <a:xfrm>
          <a:off x="0" y="0"/>
          <a:ext cx="0" cy="0"/>
          <a:chOff x="0" y="0"/>
          <a:chExt cx="0" cy="0"/>
        </a:xfrm>
      </p:grpSpPr>
      <p:sp>
        <p:nvSpPr>
          <p:cNvPr id="48" name="Google Shape;48;p7"/>
          <p:cNvSpPr txBox="1"/>
          <p:nvPr>
            <p:ph type="title"/>
          </p:nvPr>
        </p:nvSpPr>
        <p:spPr>
          <a:xfrm>
            <a:off x="3860800" y="274638"/>
            <a:ext cx="77217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7"/>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pic>
        <p:nvPicPr>
          <p:cNvPr descr="C:\Users\AMMU\Desktop\Border.png" id="52" name="Google Shape;52;p7"/>
          <p:cNvPicPr preferRelativeResize="0"/>
          <p:nvPr/>
        </p:nvPicPr>
        <p:blipFill rotWithShape="1">
          <a:blip r:embed="rId2">
            <a:alphaModFix/>
          </a:blip>
          <a:srcRect b="0" l="0" r="0" t="0"/>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3" name="Shape 53"/>
        <p:cNvGrpSpPr/>
        <p:nvPr/>
      </p:nvGrpSpPr>
      <p:grpSpPr>
        <a:xfrm>
          <a:off x="0" y="0"/>
          <a:ext cx="0" cy="0"/>
          <a:chOff x="0" y="0"/>
          <a:chExt cx="0" cy="0"/>
        </a:xfrm>
      </p:grpSpPr>
      <p:sp>
        <p:nvSpPr>
          <p:cNvPr id="54" name="Google Shape;54;p8"/>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7" name="Shape 57"/>
        <p:cNvGrpSpPr/>
        <p:nvPr/>
      </p:nvGrpSpPr>
      <p:grpSpPr>
        <a:xfrm>
          <a:off x="0" y="0"/>
          <a:ext cx="0" cy="0"/>
          <a:chOff x="0" y="0"/>
          <a:chExt cx="0" cy="0"/>
        </a:xfrm>
      </p:grpSpPr>
      <p:sp>
        <p:nvSpPr>
          <p:cNvPr id="58" name="Google Shape;58;p9"/>
          <p:cNvSpPr txBox="1"/>
          <p:nvPr>
            <p:ph type="title"/>
          </p:nvPr>
        </p:nvSpPr>
        <p:spPr>
          <a:xfrm>
            <a:off x="609602" y="273050"/>
            <a:ext cx="4011000" cy="11622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FF0000"/>
              </a:buClr>
              <a:buSzPts val="2000"/>
              <a:buFont typeface="Verdana"/>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 type="body"/>
          </p:nvPr>
        </p:nvSpPr>
        <p:spPr>
          <a:xfrm>
            <a:off x="4766733" y="273053"/>
            <a:ext cx="6815700" cy="58530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0" name="Google Shape;60;p9"/>
          <p:cNvSpPr txBox="1"/>
          <p:nvPr>
            <p:ph idx="2" type="body"/>
          </p:nvPr>
        </p:nvSpPr>
        <p:spPr>
          <a:xfrm>
            <a:off x="609602" y="1435103"/>
            <a:ext cx="4011000" cy="4691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1" name="Google Shape;61;p9"/>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9"/>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4" name="Shape 64"/>
        <p:cNvGrpSpPr/>
        <p:nvPr/>
      </p:nvGrpSpPr>
      <p:grpSpPr>
        <a:xfrm>
          <a:off x="0" y="0"/>
          <a:ext cx="0" cy="0"/>
          <a:chOff x="0" y="0"/>
          <a:chExt cx="0" cy="0"/>
        </a:xfrm>
      </p:grpSpPr>
      <p:sp>
        <p:nvSpPr>
          <p:cNvPr id="65" name="Google Shape;65;p10"/>
          <p:cNvSpPr txBox="1"/>
          <p:nvPr>
            <p:ph type="title"/>
          </p:nvPr>
        </p:nvSpPr>
        <p:spPr>
          <a:xfrm>
            <a:off x="2389717" y="4800600"/>
            <a:ext cx="7315200" cy="566700"/>
          </a:xfrm>
          <a:prstGeom prst="rect">
            <a:avLst/>
          </a:prstGeom>
          <a:noFill/>
          <a:ln>
            <a:noFill/>
          </a:ln>
        </p:spPr>
        <p:txBody>
          <a:bodyPr anchorCtr="0" anchor="b" bIns="45700" lIns="91425" spcFirstLastPara="1" rIns="91425" wrap="square" tIns="45700">
            <a:noAutofit/>
          </a:bodyPr>
          <a:lstStyle>
            <a:lvl1pPr lvl="0" algn="l">
              <a:lnSpc>
                <a:spcPct val="100000"/>
              </a:lnSpc>
              <a:spcBef>
                <a:spcPts val="0"/>
              </a:spcBef>
              <a:spcAft>
                <a:spcPts val="0"/>
              </a:spcAft>
              <a:buClr>
                <a:srgbClr val="FF0000"/>
              </a:buClr>
              <a:buSzPts val="2000"/>
              <a:buFont typeface="Verdana"/>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p:nvPr>
            <p:ph idx="2" type="pic"/>
          </p:nvPr>
        </p:nvSpPr>
        <p:spPr>
          <a:xfrm>
            <a:off x="2389717" y="612775"/>
            <a:ext cx="7315200" cy="4114800"/>
          </a:xfrm>
          <a:prstGeom prst="rect">
            <a:avLst/>
          </a:prstGeom>
          <a:noFill/>
          <a:ln>
            <a:noFill/>
          </a:ln>
        </p:spPr>
      </p:sp>
      <p:sp>
        <p:nvSpPr>
          <p:cNvPr id="67" name="Google Shape;67;p10"/>
          <p:cNvSpPr txBox="1"/>
          <p:nvPr>
            <p:ph idx="1" type="body"/>
          </p:nvPr>
        </p:nvSpPr>
        <p:spPr>
          <a:xfrm>
            <a:off x="2389717" y="5367338"/>
            <a:ext cx="7315200" cy="8049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8" name="Google Shape;68;p10"/>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0"/>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1" name="Shape 71"/>
        <p:cNvGrpSpPr/>
        <p:nvPr/>
      </p:nvGrpSpPr>
      <p:grpSpPr>
        <a:xfrm>
          <a:off x="0" y="0"/>
          <a:ext cx="0" cy="0"/>
          <a:chOff x="0" y="0"/>
          <a:chExt cx="0" cy="0"/>
        </a:xfrm>
      </p:grpSpPr>
      <p:sp>
        <p:nvSpPr>
          <p:cNvPr id="72" name="Google Shape;72;p1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 type="body"/>
          </p:nvPr>
        </p:nvSpPr>
        <p:spPr>
          <a:xfrm rot="5400000">
            <a:off x="3670300" y="-1714499"/>
            <a:ext cx="4953000" cy="106680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4" name="Google Shape;74;p11"/>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1"/>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7" name="Shape 77"/>
        <p:cNvGrpSpPr/>
        <p:nvPr/>
      </p:nvGrpSpPr>
      <p:grpSpPr>
        <a:xfrm>
          <a:off x="0" y="0"/>
          <a:ext cx="0" cy="0"/>
          <a:chOff x="0" y="0"/>
          <a:chExt cx="0" cy="0"/>
        </a:xfrm>
      </p:grpSpPr>
      <p:sp>
        <p:nvSpPr>
          <p:cNvPr id="78" name="Google Shape;78;p12"/>
          <p:cNvSpPr txBox="1"/>
          <p:nvPr>
            <p:ph type="title"/>
          </p:nvPr>
        </p:nvSpPr>
        <p:spPr>
          <a:xfrm rot="5400000">
            <a:off x="7285050" y="1828791"/>
            <a:ext cx="5851500" cy="27432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 type="body"/>
          </p:nvPr>
        </p:nvSpPr>
        <p:spPr>
          <a:xfrm rot="5400000">
            <a:off x="1697000" y="-812859"/>
            <a:ext cx="5851500" cy="80265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0" name="Google Shape;80;p12"/>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2"/>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FF0000"/>
              </a:buClr>
              <a:buSzPts val="2800"/>
              <a:buFont typeface="Verdana"/>
              <a:buNone/>
              <a:defRPr b="1" i="0" sz="2800" u="none" cap="none" strike="noStrike">
                <a:solidFill>
                  <a:srgbClr val="FF0000"/>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rmAutofit/>
          </a:bodyPr>
          <a:lstStyle>
            <a:lvl1pPr indent="-381000" lvl="0" marL="4572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Verdana"/>
                <a:ea typeface="Verdana"/>
                <a:cs typeface="Verdana"/>
                <a:sym typeface="Verdana"/>
              </a:defRPr>
            </a:lvl1pPr>
            <a:lvl2pPr indent="-355600" lvl="1" marL="914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Verdana"/>
                <a:ea typeface="Verdana"/>
                <a:cs typeface="Verdana"/>
                <a:sym typeface="Verdana"/>
              </a:defRPr>
            </a:lvl2pPr>
            <a:lvl3pPr indent="-342900" lvl="2" marL="1371600" marR="0" rtl="0" algn="l">
              <a:lnSpc>
                <a:spcPct val="100000"/>
              </a:lnSpc>
              <a:spcBef>
                <a:spcPts val="360"/>
              </a:spcBef>
              <a:spcAft>
                <a:spcPts val="0"/>
              </a:spcAft>
              <a:buClr>
                <a:schemeClr val="dk1"/>
              </a:buClr>
              <a:buSzPts val="1800"/>
              <a:buFont typeface="Arial"/>
              <a:buChar char="•"/>
              <a:defRPr b="0" i="0" sz="1800" u="none" cap="none" strike="noStrike">
                <a:solidFill>
                  <a:schemeClr val="dk1"/>
                </a:solidFill>
                <a:latin typeface="Verdana"/>
                <a:ea typeface="Verdana"/>
                <a:cs typeface="Verdana"/>
                <a:sym typeface="Verdana"/>
              </a:defRPr>
            </a:lvl3pPr>
            <a:lvl4pPr indent="-330200" lvl="3" marL="18288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Verdana"/>
                <a:ea typeface="Verdana"/>
                <a:cs typeface="Verdana"/>
                <a:sym typeface="Verdana"/>
              </a:defRPr>
            </a:lvl4pPr>
            <a:lvl5pPr indent="-330200" lvl="4" marL="2286000" marR="0" rtl="0" algn="l">
              <a:lnSpc>
                <a:spcPct val="100000"/>
              </a:lnSpc>
              <a:spcBef>
                <a:spcPts val="320"/>
              </a:spcBef>
              <a:spcAft>
                <a:spcPts val="0"/>
              </a:spcAft>
              <a:buClr>
                <a:schemeClr val="dk1"/>
              </a:buClr>
              <a:buSzPts val="1600"/>
              <a:buFont typeface="Arial"/>
              <a:buChar char="»"/>
              <a:defRPr b="0" i="0" sz="1600" u="none" cap="none" strike="noStrike">
                <a:solidFill>
                  <a:schemeClr val="dk1"/>
                </a:solidFill>
                <a:latin typeface="Verdana"/>
                <a:ea typeface="Verdana"/>
                <a:cs typeface="Verdana"/>
                <a:sym typeface="Verdana"/>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Bookman Old Style"/>
                <a:ea typeface="Bookman Old Style"/>
                <a:cs typeface="Bookman Old Style"/>
                <a:sym typeface="Bookman Old Style"/>
              </a:defRPr>
            </a:lvl9pPr>
          </a:lstStyle>
          <a:p/>
        </p:txBody>
      </p:sp>
      <p:sp>
        <p:nvSpPr>
          <p:cNvPr id="8" name="Google Shape;8;p1"/>
          <p:cNvSpPr txBox="1"/>
          <p:nvPr>
            <p:ph idx="10" type="dt"/>
          </p:nvPr>
        </p:nvSpPr>
        <p:spPr>
          <a:xfrm>
            <a:off x="609600" y="6356353"/>
            <a:ext cx="28449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9pPr>
          </a:lstStyle>
          <a:p/>
        </p:txBody>
      </p:sp>
      <p:sp>
        <p:nvSpPr>
          <p:cNvPr id="9" name="Google Shape;9;p1"/>
          <p:cNvSpPr txBox="1"/>
          <p:nvPr>
            <p:ph idx="11" type="ftr"/>
          </p:nvPr>
        </p:nvSpPr>
        <p:spPr>
          <a:xfrm>
            <a:off x="4165600" y="6356353"/>
            <a:ext cx="38607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Verdana"/>
                <a:ea typeface="Verdana"/>
                <a:cs typeface="Verdana"/>
                <a:sym typeface="Verdana"/>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Bookman Old Style"/>
                <a:ea typeface="Bookman Old Style"/>
                <a:cs typeface="Bookman Old Style"/>
                <a:sym typeface="Bookman Old Style"/>
              </a:defRPr>
            </a:lvl9pPr>
          </a:lstStyle>
          <a:p/>
        </p:txBody>
      </p:sp>
      <p:sp>
        <p:nvSpPr>
          <p:cNvPr id="10" name="Google Shape;10;p1"/>
          <p:cNvSpPr txBox="1"/>
          <p:nvPr>
            <p:ph idx="12" type="sldNum"/>
          </p:nvPr>
        </p:nvSpPr>
        <p:spPr>
          <a:xfrm>
            <a:off x="8737600" y="6356353"/>
            <a:ext cx="28449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Verdana"/>
                <a:ea typeface="Verdana"/>
                <a:cs typeface="Verdana"/>
                <a:sym typeface="Verdana"/>
              </a:defRPr>
            </a:lvl9pPr>
          </a:lstStyle>
          <a:p>
            <a:pPr indent="0" lvl="0" marL="0" rtl="0" algn="r">
              <a:spcBef>
                <a:spcPts val="0"/>
              </a:spcBef>
              <a:spcAft>
                <a:spcPts val="0"/>
              </a:spcAft>
              <a:buNone/>
            </a:pPr>
            <a:fld id="{00000000-1234-1234-1234-123412341234}" type="slidenum">
              <a:rPr lang="en-US"/>
              <a:t>‹#›</a:t>
            </a:fld>
            <a:endParaRPr/>
          </a:p>
        </p:txBody>
      </p:sp>
      <p:cxnSp>
        <p:nvCxnSpPr>
          <p:cNvPr id="11" name="Google Shape;11;p1"/>
          <p:cNvCxnSpPr/>
          <p:nvPr/>
        </p:nvCxnSpPr>
        <p:spPr>
          <a:xfrm>
            <a:off x="812800" y="914400"/>
            <a:ext cx="10668000" cy="0"/>
          </a:xfrm>
          <a:prstGeom prst="straightConnector1">
            <a:avLst/>
          </a:prstGeom>
          <a:noFill/>
          <a:ln cap="flat" cmpd="thickThin" w="57150">
            <a:solidFill>
              <a:schemeClr val="dk1"/>
            </a:solidFill>
            <a:prstDash val="solid"/>
            <a:round/>
            <a:headEnd len="sm" w="sm" type="none"/>
            <a:tailEnd len="sm" w="sm" type="none"/>
          </a:ln>
        </p:spPr>
      </p:cxnSp>
      <p:pic>
        <p:nvPicPr>
          <p:cNvPr id="12" name="Google Shape;12;p1"/>
          <p:cNvPicPr preferRelativeResize="0"/>
          <p:nvPr/>
        </p:nvPicPr>
        <p:blipFill rotWithShape="1">
          <a:blip r:embed="rId1">
            <a:alphaModFix/>
          </a:blip>
          <a:srcRect b="18045" l="0" r="0" t="0"/>
          <a:stretch/>
        </p:blipFill>
        <p:spPr>
          <a:xfrm>
            <a:off x="0" y="5991366"/>
            <a:ext cx="12192001" cy="86663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https://github.com/ashwin2947/PGRKAM-Smart-Assistant"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3"/>
          <p:cNvSpPr txBox="1"/>
          <p:nvPr>
            <p:ph type="ctrTitle"/>
          </p:nvPr>
        </p:nvSpPr>
        <p:spPr>
          <a:xfrm>
            <a:off x="790469" y="1069102"/>
            <a:ext cx="10363200" cy="962898"/>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rgbClr val="17365D"/>
              </a:buClr>
              <a:buSzPts val="2800"/>
              <a:buFont typeface="Verdana"/>
              <a:buNone/>
            </a:pPr>
            <a:r>
              <a:rPr lang="en-US" sz="2400">
                <a:solidFill>
                  <a:schemeClr val="dk1"/>
                </a:solidFill>
                <a:latin typeface="Cambria"/>
                <a:ea typeface="Cambria"/>
                <a:cs typeface="Cambria"/>
                <a:sym typeface="Cambria"/>
              </a:rPr>
              <a:t>PGRKAM Smart Assistant: An LLM-Powered Conversational Platform for Job Seekers</a:t>
            </a:r>
            <a:endParaRPr sz="2400">
              <a:solidFill>
                <a:schemeClr val="dk1"/>
              </a:solidFill>
              <a:latin typeface="Cambria"/>
              <a:ea typeface="Cambria"/>
              <a:cs typeface="Cambria"/>
              <a:sym typeface="Cambria"/>
            </a:endParaRPr>
          </a:p>
        </p:txBody>
      </p:sp>
      <p:sp>
        <p:nvSpPr>
          <p:cNvPr id="88" name="Google Shape;88;p13"/>
          <p:cNvSpPr txBox="1"/>
          <p:nvPr>
            <p:ph idx="1" type="subTitle"/>
          </p:nvPr>
        </p:nvSpPr>
        <p:spPr>
          <a:xfrm>
            <a:off x="790468" y="2045352"/>
            <a:ext cx="4391131" cy="552300"/>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Clr>
                <a:srgbClr val="17365D"/>
              </a:buClr>
              <a:buSzPts val="2000"/>
              <a:buNone/>
            </a:pPr>
            <a:r>
              <a:rPr lang="en-US" sz="1800">
                <a:latin typeface="Cambria"/>
                <a:ea typeface="Cambria"/>
                <a:cs typeface="Cambria"/>
                <a:sym typeface="Cambria"/>
              </a:rPr>
              <a:t>Batch Number: CAI_36</a:t>
            </a:r>
            <a:endParaRPr sz="1800">
              <a:latin typeface="Cambria"/>
              <a:ea typeface="Cambria"/>
              <a:cs typeface="Cambria"/>
              <a:sym typeface="Cambria"/>
            </a:endParaRPr>
          </a:p>
        </p:txBody>
      </p:sp>
      <p:sp>
        <p:nvSpPr>
          <p:cNvPr id="89" name="Google Shape;89;p13"/>
          <p:cNvSpPr txBox="1"/>
          <p:nvPr/>
        </p:nvSpPr>
        <p:spPr>
          <a:xfrm>
            <a:off x="6480195" y="2513340"/>
            <a:ext cx="5514300" cy="2020560"/>
          </a:xfrm>
          <a:prstGeom prst="rect">
            <a:avLst/>
          </a:prstGeom>
          <a:noFill/>
          <a:ln>
            <a:noFill/>
          </a:ln>
        </p:spPr>
        <p:txBody>
          <a:bodyPr anchorCtr="0" anchor="t" bIns="45700" lIns="91425" spcFirstLastPara="1" rIns="91425" wrap="square" tIns="45700">
            <a:normAutofit lnSpcReduction="20000"/>
          </a:bodyPr>
          <a:lstStyle/>
          <a:p>
            <a:pPr indent="0" lvl="0" marL="0" marR="0" rtl="0" algn="ctr">
              <a:lnSpc>
                <a:spcPct val="100000"/>
              </a:lnSpc>
              <a:spcBef>
                <a:spcPts val="0"/>
              </a:spcBef>
              <a:spcAft>
                <a:spcPts val="0"/>
              </a:spcAft>
              <a:buClr>
                <a:srgbClr val="17365D"/>
              </a:buClr>
              <a:buSzPts val="2000"/>
              <a:buFont typeface="Arial"/>
              <a:buNone/>
            </a:pPr>
            <a:r>
              <a:rPr b="1" i="0" lang="en-US" sz="1800" u="none" cap="none" strike="noStrike">
                <a:solidFill>
                  <a:srgbClr val="17365D"/>
                </a:solidFill>
                <a:latin typeface="Cambria"/>
                <a:ea typeface="Cambria"/>
                <a:cs typeface="Cambria"/>
                <a:sym typeface="Cambria"/>
              </a:rPr>
              <a:t>Under the Supervision of,</a:t>
            </a:r>
            <a:endParaRPr b="0" i="0" sz="1800" u="none" cap="none" strike="noStrike">
              <a:solidFill>
                <a:srgbClr val="000000"/>
              </a:solidFill>
              <a:latin typeface="Cambria"/>
              <a:ea typeface="Cambria"/>
              <a:cs typeface="Cambria"/>
              <a:sym typeface="Cambria"/>
            </a:endParaRPr>
          </a:p>
          <a:p>
            <a:pPr indent="0" lvl="0" marL="0" marR="0" rtl="0" algn="ctr">
              <a:lnSpc>
                <a:spcPct val="100000"/>
              </a:lnSpc>
              <a:spcBef>
                <a:spcPts val="400"/>
              </a:spcBef>
              <a:spcAft>
                <a:spcPts val="0"/>
              </a:spcAft>
              <a:buClr>
                <a:srgbClr val="17365D"/>
              </a:buClr>
              <a:buSzPts val="2000"/>
              <a:buFont typeface="Arial"/>
              <a:buNone/>
            </a:pPr>
            <a:r>
              <a:t/>
            </a:r>
            <a:endParaRPr b="1" i="0" sz="2000" u="none" cap="none" strike="noStrike">
              <a:solidFill>
                <a:srgbClr val="17365D"/>
              </a:solidFill>
              <a:latin typeface="Cambria"/>
              <a:ea typeface="Cambria"/>
              <a:cs typeface="Cambria"/>
              <a:sym typeface="Cambria"/>
            </a:endParaRPr>
          </a:p>
          <a:p>
            <a:pPr indent="0" lvl="0" marL="0" marR="0" rtl="0" algn="l">
              <a:lnSpc>
                <a:spcPct val="100000"/>
              </a:lnSpc>
              <a:spcBef>
                <a:spcPts val="340"/>
              </a:spcBef>
              <a:spcAft>
                <a:spcPts val="0"/>
              </a:spcAft>
              <a:buClr>
                <a:srgbClr val="17365D"/>
              </a:buClr>
              <a:buSzPts val="1700"/>
              <a:buFont typeface="Arial"/>
              <a:buNone/>
            </a:pPr>
            <a:r>
              <a:rPr b="1" i="0" lang="en-US" sz="1800" u="none" cap="none" strike="noStrike">
                <a:solidFill>
                  <a:srgbClr val="17365D"/>
                </a:solidFill>
                <a:latin typeface="Cambria"/>
                <a:ea typeface="Cambria"/>
                <a:cs typeface="Cambria"/>
                <a:sym typeface="Cambria"/>
              </a:rPr>
              <a:t>Mr. Jai Kumar B</a:t>
            </a:r>
            <a:endParaRPr b="0" i="0" sz="1800" u="none" cap="none" strike="noStrike">
              <a:solidFill>
                <a:srgbClr val="000000"/>
              </a:solidFill>
              <a:latin typeface="Cambria"/>
              <a:ea typeface="Cambria"/>
              <a:cs typeface="Cambria"/>
              <a:sym typeface="Cambria"/>
            </a:endParaRPr>
          </a:p>
          <a:p>
            <a:pPr indent="0" lvl="0" marL="0" marR="0" rtl="0" algn="l">
              <a:lnSpc>
                <a:spcPct val="100000"/>
              </a:lnSpc>
              <a:spcBef>
                <a:spcPts val="340"/>
              </a:spcBef>
              <a:spcAft>
                <a:spcPts val="0"/>
              </a:spcAft>
              <a:buClr>
                <a:srgbClr val="17365D"/>
              </a:buClr>
              <a:buSzPts val="1700"/>
              <a:buFont typeface="Arial"/>
              <a:buNone/>
            </a:pPr>
            <a:r>
              <a:rPr b="1" i="0" lang="en-US" sz="1800" u="none" cap="none" strike="noStrike">
                <a:solidFill>
                  <a:srgbClr val="17365D"/>
                </a:solidFill>
                <a:latin typeface="Cambria"/>
                <a:ea typeface="Cambria"/>
                <a:cs typeface="Cambria"/>
                <a:sym typeface="Cambria"/>
              </a:rPr>
              <a:t>Assistant Professor</a:t>
            </a:r>
            <a:endParaRPr b="0" i="0" sz="1800" u="none" cap="none" strike="noStrike">
              <a:solidFill>
                <a:srgbClr val="000000"/>
              </a:solidFill>
              <a:latin typeface="Cambria"/>
              <a:ea typeface="Cambria"/>
              <a:cs typeface="Cambria"/>
              <a:sym typeface="Cambria"/>
            </a:endParaRPr>
          </a:p>
          <a:p>
            <a:pPr indent="0" lvl="0" marL="0" marR="0" rtl="0" algn="l">
              <a:lnSpc>
                <a:spcPct val="100000"/>
              </a:lnSpc>
              <a:spcBef>
                <a:spcPts val="340"/>
              </a:spcBef>
              <a:spcAft>
                <a:spcPts val="0"/>
              </a:spcAft>
              <a:buClr>
                <a:srgbClr val="17365D"/>
              </a:buClr>
              <a:buSzPts val="1700"/>
              <a:buFont typeface="Arial"/>
              <a:buNone/>
            </a:pPr>
            <a:r>
              <a:rPr b="1" i="0" lang="en-US" sz="1800" u="none" cap="none" strike="noStrike">
                <a:solidFill>
                  <a:srgbClr val="17365D"/>
                </a:solidFill>
                <a:latin typeface="Cambria"/>
                <a:ea typeface="Cambria"/>
                <a:cs typeface="Cambria"/>
                <a:sym typeface="Cambria"/>
              </a:rPr>
              <a:t>School of Computer Science and Engineering</a:t>
            </a:r>
            <a:endParaRPr b="0" i="0" sz="1800" u="none" cap="none" strike="noStrike">
              <a:solidFill>
                <a:srgbClr val="000000"/>
              </a:solidFill>
              <a:latin typeface="Cambria"/>
              <a:ea typeface="Cambria"/>
              <a:cs typeface="Cambria"/>
              <a:sym typeface="Cambria"/>
            </a:endParaRPr>
          </a:p>
          <a:p>
            <a:pPr indent="0" lvl="0" marL="0" marR="0" rtl="0" algn="l">
              <a:lnSpc>
                <a:spcPct val="100000"/>
              </a:lnSpc>
              <a:spcBef>
                <a:spcPts val="340"/>
              </a:spcBef>
              <a:spcAft>
                <a:spcPts val="0"/>
              </a:spcAft>
              <a:buClr>
                <a:srgbClr val="17365D"/>
              </a:buClr>
              <a:buSzPts val="1700"/>
              <a:buFont typeface="Arial"/>
              <a:buNone/>
            </a:pPr>
            <a:r>
              <a:rPr b="1" i="0" lang="en-US" sz="1800" u="none" cap="none" strike="noStrike">
                <a:solidFill>
                  <a:srgbClr val="17365D"/>
                </a:solidFill>
                <a:latin typeface="Cambria"/>
                <a:ea typeface="Cambria"/>
                <a:cs typeface="Cambria"/>
                <a:sym typeface="Cambria"/>
              </a:rPr>
              <a:t>Presidency University</a:t>
            </a:r>
            <a:endParaRPr b="0" i="0" sz="1800" u="none" cap="none" strike="noStrike">
              <a:solidFill>
                <a:srgbClr val="000000"/>
              </a:solidFill>
              <a:latin typeface="Cambria"/>
              <a:ea typeface="Cambria"/>
              <a:cs typeface="Cambria"/>
              <a:sym typeface="Cambria"/>
            </a:endParaRPr>
          </a:p>
          <a:p>
            <a:pPr indent="0" lvl="0" marL="0" marR="0" rtl="0" algn="l">
              <a:lnSpc>
                <a:spcPct val="100000"/>
              </a:lnSpc>
              <a:spcBef>
                <a:spcPts val="400"/>
              </a:spcBef>
              <a:spcAft>
                <a:spcPts val="0"/>
              </a:spcAft>
              <a:buClr>
                <a:srgbClr val="17365D"/>
              </a:buClr>
              <a:buSzPts val="2000"/>
              <a:buFont typeface="Arial"/>
              <a:buNone/>
            </a:pPr>
            <a:r>
              <a:t/>
            </a:r>
            <a:endParaRPr b="1" i="0" sz="2000" u="none" cap="none" strike="noStrike">
              <a:solidFill>
                <a:srgbClr val="17365D"/>
              </a:solidFill>
              <a:latin typeface="Cambria"/>
              <a:ea typeface="Cambria"/>
              <a:cs typeface="Cambria"/>
              <a:sym typeface="Cambria"/>
            </a:endParaRPr>
          </a:p>
        </p:txBody>
      </p:sp>
      <p:graphicFrame>
        <p:nvGraphicFramePr>
          <p:cNvPr id="90" name="Google Shape;90;p13"/>
          <p:cNvGraphicFramePr/>
          <p:nvPr/>
        </p:nvGraphicFramePr>
        <p:xfrm>
          <a:off x="553347" y="2721840"/>
          <a:ext cx="3000000" cy="3000000"/>
        </p:xfrm>
        <a:graphic>
          <a:graphicData uri="http://schemas.openxmlformats.org/drawingml/2006/table">
            <a:tbl>
              <a:tblPr bandRow="1" firstRow="1">
                <a:noFill/>
                <a:tableStyleId>{290F78C1-1DA0-4E50-AEC0-D2642B8911CF}</a:tableStyleId>
              </a:tblPr>
              <a:tblGrid>
                <a:gridCol w="2085000"/>
                <a:gridCol w="3333675"/>
              </a:tblGrid>
              <a:tr h="306250">
                <a:tc>
                  <a:txBody>
                    <a:bodyPr/>
                    <a:lstStyle/>
                    <a:p>
                      <a:pPr indent="0" lvl="1" marL="0" marR="0" rtl="0" algn="ctr">
                        <a:lnSpc>
                          <a:spcPct val="100000"/>
                        </a:lnSpc>
                        <a:spcBef>
                          <a:spcPts val="0"/>
                        </a:spcBef>
                        <a:spcAft>
                          <a:spcPts val="0"/>
                        </a:spcAft>
                        <a:buClr>
                          <a:srgbClr val="000000"/>
                        </a:buClr>
                        <a:buSzPts val="1800"/>
                        <a:buFont typeface="Arial"/>
                        <a:buNone/>
                      </a:pPr>
                      <a:r>
                        <a:rPr b="1" lang="en-US" sz="1800" u="none" cap="none" strike="noStrike">
                          <a:solidFill>
                            <a:srgbClr val="17365D"/>
                          </a:solidFill>
                        </a:rPr>
                        <a:t>Roll Number</a:t>
                      </a:r>
                      <a:endParaRPr b="1" sz="1800" u="none" cap="none" strike="noStrike">
                        <a:solidFill>
                          <a:srgbClr val="17365D"/>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rPr b="1" lang="en-US" sz="1800" u="none" cap="none" strike="noStrike">
                          <a:solidFill>
                            <a:srgbClr val="17365D"/>
                          </a:solidFill>
                        </a:rPr>
                        <a:t>Student Name</a:t>
                      </a:r>
                      <a:endParaRPr b="1" sz="1800" u="none" cap="none" strike="noStrike">
                        <a:solidFill>
                          <a:srgbClr val="17365D"/>
                        </a:solidFill>
                      </a:endParaRPr>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06250">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800"/>
                        <a:buFont typeface="Arial"/>
                        <a:buNone/>
                      </a:pPr>
                      <a:r>
                        <a:t/>
                      </a:r>
                      <a:endParaRPr sz="1800" u="none" cap="none" strike="noStrike"/>
                    </a:p>
                  </a:txBody>
                  <a:tcPr marT="45725" marB="45725" marR="91450" marL="914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91" name="Google Shape;91;p13"/>
          <p:cNvSpPr txBox="1"/>
          <p:nvPr/>
        </p:nvSpPr>
        <p:spPr>
          <a:xfrm>
            <a:off x="2832225" y="136441"/>
            <a:ext cx="5498973" cy="729371"/>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17365D"/>
              </a:buClr>
              <a:buSzPts val="1800"/>
              <a:buFont typeface="Arial"/>
              <a:buNone/>
            </a:pPr>
            <a:r>
              <a:rPr b="1" i="0" lang="en-US" sz="1800" u="none" cap="none" strike="noStrike">
                <a:solidFill>
                  <a:srgbClr val="17365D"/>
                </a:solidFill>
                <a:latin typeface="Cambria"/>
                <a:ea typeface="Cambria"/>
                <a:cs typeface="Cambria"/>
                <a:sym typeface="Cambria"/>
              </a:rPr>
              <a:t>CSE7101- Capstone Project</a:t>
            </a:r>
            <a:endParaRPr b="0" i="0" sz="1800" u="none" cap="none" strike="noStrike">
              <a:solidFill>
                <a:srgbClr val="000000"/>
              </a:solidFill>
              <a:latin typeface="Cambria"/>
              <a:ea typeface="Cambria"/>
              <a:cs typeface="Cambria"/>
              <a:sym typeface="Cambria"/>
            </a:endParaRPr>
          </a:p>
          <a:p>
            <a:pPr indent="0" lvl="0" marL="0" marR="0" rtl="0" algn="ctr">
              <a:lnSpc>
                <a:spcPct val="100000"/>
              </a:lnSpc>
              <a:spcBef>
                <a:spcPts val="310"/>
              </a:spcBef>
              <a:spcAft>
                <a:spcPts val="0"/>
              </a:spcAft>
              <a:buClr>
                <a:srgbClr val="17365D"/>
              </a:buClr>
              <a:buSzPts val="1800"/>
              <a:buFont typeface="Arial"/>
              <a:buNone/>
            </a:pPr>
            <a:r>
              <a:rPr b="1" i="0" lang="en-US" sz="1800" u="none" cap="none" strike="noStrike">
                <a:solidFill>
                  <a:srgbClr val="17365D"/>
                </a:solidFill>
                <a:latin typeface="Cambria"/>
                <a:ea typeface="Cambria"/>
                <a:cs typeface="Cambria"/>
                <a:sym typeface="Cambria"/>
              </a:rPr>
              <a:t>Review-</a:t>
            </a:r>
            <a:r>
              <a:rPr b="1" lang="en-US" sz="1800">
                <a:solidFill>
                  <a:srgbClr val="17365D"/>
                </a:solidFill>
                <a:latin typeface="Cambria"/>
                <a:ea typeface="Cambria"/>
                <a:cs typeface="Cambria"/>
                <a:sym typeface="Cambria"/>
              </a:rPr>
              <a:t>5</a:t>
            </a:r>
            <a:endParaRPr b="1" i="0" sz="1800" u="none" cap="none" strike="noStrike">
              <a:solidFill>
                <a:srgbClr val="17365D"/>
              </a:solidFill>
              <a:latin typeface="Cambria"/>
              <a:ea typeface="Cambria"/>
              <a:cs typeface="Cambria"/>
              <a:sym typeface="Cambria"/>
            </a:endParaRPr>
          </a:p>
        </p:txBody>
      </p:sp>
      <p:sp>
        <p:nvSpPr>
          <p:cNvPr id="92" name="Google Shape;92;p13"/>
          <p:cNvSpPr txBox="1"/>
          <p:nvPr/>
        </p:nvSpPr>
        <p:spPr>
          <a:xfrm>
            <a:off x="790474" y="4533900"/>
            <a:ext cx="11459400" cy="1562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17365D"/>
              </a:buClr>
              <a:buSzPts val="1800"/>
              <a:buFont typeface="Arial"/>
              <a:buNone/>
            </a:pPr>
            <a:r>
              <a:rPr b="1" i="0" lang="en-US" sz="1800" u="none" cap="none" strike="noStrike">
                <a:solidFill>
                  <a:schemeClr val="accent1"/>
                </a:solidFill>
                <a:latin typeface="Cambria"/>
                <a:ea typeface="Cambria"/>
                <a:cs typeface="Cambria"/>
                <a:sym typeface="Cambria"/>
              </a:rPr>
              <a:t>Name of the Program: </a:t>
            </a:r>
            <a:r>
              <a:rPr b="1" i="0" lang="en-US" sz="1800" u="none" cap="none" strike="noStrike">
                <a:solidFill>
                  <a:srgbClr val="FF0000"/>
                </a:solidFill>
                <a:latin typeface="Cambria"/>
                <a:ea typeface="Cambria"/>
                <a:cs typeface="Cambria"/>
                <a:sym typeface="Cambria"/>
              </a:rPr>
              <a:t>B.Tech CAI</a:t>
            </a:r>
            <a:endParaRPr b="0" i="0" sz="1400" u="none" cap="none" strike="noStrike">
              <a:solidFill>
                <a:srgbClr val="FF0000"/>
              </a:solidFill>
              <a:latin typeface="Arial"/>
              <a:ea typeface="Arial"/>
              <a:cs typeface="Arial"/>
              <a:sym typeface="Arial"/>
            </a:endParaRPr>
          </a:p>
          <a:p>
            <a:pPr indent="0" lvl="0" marL="0" marR="0" rtl="0" algn="l">
              <a:lnSpc>
                <a:spcPct val="100000"/>
              </a:lnSpc>
              <a:spcBef>
                <a:spcPts val="0"/>
              </a:spcBef>
              <a:spcAft>
                <a:spcPts val="0"/>
              </a:spcAft>
              <a:buClr>
                <a:srgbClr val="17365D"/>
              </a:buClr>
              <a:buSzPts val="1800"/>
              <a:buFont typeface="Arial"/>
              <a:buNone/>
            </a:pPr>
            <a:r>
              <a:rPr b="1" i="0" lang="en-US" sz="1800" u="none" cap="none" strike="noStrike">
                <a:solidFill>
                  <a:schemeClr val="accent1"/>
                </a:solidFill>
                <a:latin typeface="Cambria"/>
                <a:ea typeface="Cambria"/>
                <a:cs typeface="Cambria"/>
                <a:sym typeface="Cambria"/>
              </a:rPr>
              <a:t>Name of the HoD: </a:t>
            </a:r>
            <a:r>
              <a:rPr b="1" i="0" lang="en-US" sz="1800" u="none" cap="none" strike="noStrike">
                <a:solidFill>
                  <a:srgbClr val="FF0000"/>
                </a:solidFill>
                <a:latin typeface="Cambria"/>
                <a:ea typeface="Cambria"/>
                <a:cs typeface="Cambria"/>
                <a:sym typeface="Cambria"/>
              </a:rPr>
              <a:t>Dr. Zafar Ali Khan 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accent1"/>
                </a:solidFill>
                <a:latin typeface="Cambria"/>
                <a:ea typeface="Cambria"/>
                <a:cs typeface="Cambria"/>
                <a:sym typeface="Cambria"/>
              </a:rPr>
              <a:t>Name of the Program Project Coordinator: </a:t>
            </a:r>
            <a:r>
              <a:rPr b="1" lang="en-US" sz="1800">
                <a:solidFill>
                  <a:srgbClr val="FF0000"/>
                </a:solidFill>
                <a:latin typeface="Cambria"/>
                <a:ea typeface="Cambria"/>
                <a:cs typeface="Cambria"/>
                <a:sym typeface="Cambria"/>
              </a:rPr>
              <a:t>Ms. Suma N G</a:t>
            </a:r>
            <a:endParaRPr b="1" sz="1800">
              <a:solidFill>
                <a:srgbClr val="FF0000"/>
              </a:solidFill>
              <a:latin typeface="Cambria"/>
              <a:ea typeface="Cambria"/>
              <a:cs typeface="Cambria"/>
              <a:sym typeface="Cambria"/>
            </a:endParaRPr>
          </a:p>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accent1"/>
                </a:solidFill>
                <a:latin typeface="Cambria"/>
                <a:ea typeface="Cambria"/>
                <a:cs typeface="Cambria"/>
                <a:sym typeface="Cambria"/>
              </a:rPr>
              <a:t>Name of the School Project Coordinators: </a:t>
            </a:r>
            <a:r>
              <a:rPr b="1" i="0" lang="en-US" sz="1800" u="none" cap="none" strike="noStrike">
                <a:solidFill>
                  <a:schemeClr val="dk1"/>
                </a:solidFill>
                <a:latin typeface="Cambria"/>
                <a:ea typeface="Cambria"/>
                <a:cs typeface="Cambria"/>
                <a:sym typeface="Cambria"/>
              </a:rPr>
              <a:t>Dr. Sampath A K , Dr. Geetha A </a:t>
            </a:r>
            <a:endParaRPr b="1" i="0" sz="1800" u="none" cap="none" strike="noStrike">
              <a:solidFill>
                <a:schemeClr val="dk1"/>
              </a:solidFill>
              <a:latin typeface="Cambria"/>
              <a:ea typeface="Cambria"/>
              <a:cs typeface="Cambria"/>
              <a:sym typeface="Cambria"/>
            </a:endParaRPr>
          </a:p>
        </p:txBody>
      </p:sp>
      <p:graphicFrame>
        <p:nvGraphicFramePr>
          <p:cNvPr id="93" name="Google Shape;93;p13"/>
          <p:cNvGraphicFramePr/>
          <p:nvPr/>
        </p:nvGraphicFramePr>
        <p:xfrm>
          <a:off x="790450" y="3163375"/>
          <a:ext cx="3000000" cy="3000000"/>
        </p:xfrm>
        <a:graphic>
          <a:graphicData uri="http://schemas.openxmlformats.org/drawingml/2006/table">
            <a:tbl>
              <a:tblPr>
                <a:noFill/>
                <a:tableStyleId>{2DC6D2AE-7601-43A2-85D1-BDCFF634C160}</a:tableStyleId>
              </a:tblPr>
              <a:tblGrid>
                <a:gridCol w="2590800"/>
                <a:gridCol w="2590800"/>
              </a:tblGrid>
              <a:tr h="3810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20221CAI0042</a:t>
                      </a:r>
                      <a:endParaRPr b="1" sz="1400" u="none" cap="none" strike="noStrike">
                        <a:latin typeface="Cambria"/>
                        <a:ea typeface="Cambria"/>
                        <a:cs typeface="Cambria"/>
                        <a:sym typeface="Cambria"/>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ASHWIN R</a:t>
                      </a:r>
                      <a:endParaRPr b="1" sz="1400" u="none" cap="none" strike="noStrike">
                        <a:latin typeface="Cambria"/>
                        <a:ea typeface="Cambria"/>
                        <a:cs typeface="Cambria"/>
                        <a:sym typeface="Cambria"/>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dk1"/>
                          </a:solidFill>
                          <a:latin typeface="Cambria"/>
                          <a:ea typeface="Cambria"/>
                          <a:cs typeface="Cambria"/>
                          <a:sym typeface="Cambria"/>
                        </a:rPr>
                        <a:t>20221CAI0026</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SACHIN S</a:t>
                      </a:r>
                      <a:endParaRPr b="1" sz="1400" u="none" cap="none" strike="noStrike">
                        <a:latin typeface="Cambria"/>
                        <a:ea typeface="Cambria"/>
                        <a:cs typeface="Cambria"/>
                        <a:sym typeface="Cambria"/>
                      </a:endParaRPr>
                    </a:p>
                  </a:txBody>
                  <a:tcPr marT="91425" marB="91425" marR="91425" marL="91425"/>
                </a:tc>
              </a:tr>
              <a:tr h="381000">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solidFill>
                            <a:schemeClr val="dk1"/>
                          </a:solidFill>
                          <a:latin typeface="Cambria"/>
                          <a:ea typeface="Cambria"/>
                          <a:cs typeface="Cambria"/>
                          <a:sym typeface="Cambria"/>
                        </a:rPr>
                        <a:t>20221CAI0017</a:t>
                      </a:r>
                      <a:endParaRPr sz="1400" u="none" cap="none" strike="noStrike"/>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b="1" lang="en-US" sz="1400" u="none" cap="none" strike="noStrike">
                          <a:latin typeface="Cambria"/>
                          <a:ea typeface="Cambria"/>
                          <a:cs typeface="Cambria"/>
                          <a:sym typeface="Cambria"/>
                        </a:rPr>
                        <a:t>HARSHIT B</a:t>
                      </a:r>
                      <a:endParaRPr b="1" sz="1400" u="none" cap="none" strike="noStrike">
                        <a:latin typeface="Cambria"/>
                        <a:ea typeface="Cambria"/>
                        <a:cs typeface="Cambria"/>
                        <a:sym typeface="Cambria"/>
                      </a:endParaRPr>
                    </a:p>
                  </a:txBody>
                  <a:tcPr marT="91425" marB="91425" marR="91425" marL="91425"/>
                </a:tc>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4"/>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Organization Background</a:t>
            </a:r>
            <a:endParaRPr>
              <a:latin typeface="Cambria"/>
              <a:ea typeface="Cambria"/>
              <a:cs typeface="Cambria"/>
              <a:sym typeface="Cambria"/>
            </a:endParaRPr>
          </a:p>
        </p:txBody>
      </p:sp>
      <p:sp>
        <p:nvSpPr>
          <p:cNvPr id="99" name="Google Shape;99;p14"/>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Autofit/>
          </a:bodyPr>
          <a:lstStyle/>
          <a:p>
            <a:pPr indent="-190500" lvl="0" marL="342900" rtl="0" algn="just">
              <a:lnSpc>
                <a:spcPct val="80000"/>
              </a:lnSpc>
              <a:spcBef>
                <a:spcPts val="0"/>
              </a:spcBef>
              <a:spcAft>
                <a:spcPts val="0"/>
              </a:spcAft>
              <a:buSzPts val="1680"/>
              <a:buNone/>
            </a:pPr>
            <a:r>
              <a:rPr b="1" lang="en-US" sz="1600">
                <a:latin typeface="Cambria"/>
                <a:ea typeface="Cambria"/>
                <a:cs typeface="Cambria"/>
                <a:sym typeface="Cambria"/>
              </a:rPr>
              <a:t>Name </a:t>
            </a:r>
            <a:r>
              <a:rPr b="1" lang="en-US" sz="1600">
                <a:latin typeface="Cambria"/>
                <a:ea typeface="Cambria"/>
                <a:cs typeface="Cambria"/>
                <a:sym typeface="Cambria"/>
              </a:rPr>
              <a:t>:</a:t>
            </a:r>
            <a:r>
              <a:rPr lang="en-US" sz="1600">
                <a:latin typeface="Cambria"/>
                <a:ea typeface="Cambria"/>
                <a:cs typeface="Cambria"/>
                <a:sym typeface="Cambria"/>
              </a:rPr>
              <a:t> “Punjab Ghar Ghar Rozgar (PGRKAM)”</a:t>
            </a:r>
            <a:endParaRPr sz="1600">
              <a:latin typeface="Cambria"/>
              <a:ea typeface="Cambria"/>
              <a:cs typeface="Cambria"/>
              <a:sym typeface="Cambria"/>
            </a:endParaRPr>
          </a:p>
          <a:p>
            <a:pPr indent="-190500" lvl="0" marL="342900" rtl="0" algn="just">
              <a:lnSpc>
                <a:spcPct val="180000"/>
              </a:lnSpc>
              <a:spcBef>
                <a:spcPts val="0"/>
              </a:spcBef>
              <a:spcAft>
                <a:spcPts val="0"/>
              </a:spcAft>
              <a:buSzPts val="1680"/>
              <a:buNone/>
            </a:pPr>
            <a:r>
              <a:t/>
            </a:r>
            <a:endParaRPr sz="1600">
              <a:latin typeface="Cambria"/>
              <a:ea typeface="Cambria"/>
              <a:cs typeface="Cambria"/>
              <a:sym typeface="Cambria"/>
            </a:endParaRPr>
          </a:p>
          <a:p>
            <a:pPr indent="-190500" lvl="0" marL="342900" rtl="0" algn="just">
              <a:lnSpc>
                <a:spcPct val="180000"/>
              </a:lnSpc>
              <a:spcBef>
                <a:spcPts val="0"/>
              </a:spcBef>
              <a:spcAft>
                <a:spcPts val="0"/>
              </a:spcAft>
              <a:buSzPts val="1680"/>
              <a:buNone/>
            </a:pPr>
            <a:r>
              <a:rPr b="1" lang="en-US" sz="1600">
                <a:latin typeface="Cambria"/>
                <a:ea typeface="Cambria"/>
                <a:cs typeface="Cambria"/>
                <a:sym typeface="Cambria"/>
              </a:rPr>
              <a:t>Government initiative to:</a:t>
            </a:r>
            <a:endParaRPr b="1" sz="1600">
              <a:latin typeface="Cambria"/>
              <a:ea typeface="Cambria"/>
              <a:cs typeface="Cambria"/>
              <a:sym typeface="Cambria"/>
            </a:endParaRPr>
          </a:p>
          <a:p>
            <a:pPr indent="-330200" lvl="0" marL="457200" rtl="0" algn="just">
              <a:lnSpc>
                <a:spcPct val="180000"/>
              </a:lnSpc>
              <a:spcBef>
                <a:spcPts val="0"/>
              </a:spcBef>
              <a:spcAft>
                <a:spcPts val="0"/>
              </a:spcAft>
              <a:buSzPts val="1600"/>
              <a:buFont typeface="Cambria"/>
              <a:buChar char="•"/>
            </a:pPr>
            <a:r>
              <a:rPr lang="en-US" sz="1600">
                <a:latin typeface="Cambria"/>
                <a:ea typeface="Cambria"/>
                <a:cs typeface="Cambria"/>
                <a:sym typeface="Cambria"/>
              </a:rPr>
              <a:t> Provide employment services</a:t>
            </a:r>
            <a:endParaRPr sz="1600">
              <a:latin typeface="Cambria"/>
              <a:ea typeface="Cambria"/>
              <a:cs typeface="Cambria"/>
              <a:sym typeface="Cambria"/>
            </a:endParaRPr>
          </a:p>
          <a:p>
            <a:pPr indent="-330200" lvl="0" marL="457200" rtl="0" algn="just">
              <a:lnSpc>
                <a:spcPct val="180000"/>
              </a:lnSpc>
              <a:spcBef>
                <a:spcPts val="0"/>
              </a:spcBef>
              <a:spcAft>
                <a:spcPts val="0"/>
              </a:spcAft>
              <a:buSzPts val="1600"/>
              <a:buFont typeface="Cambria"/>
              <a:buChar char="•"/>
            </a:pPr>
            <a:r>
              <a:rPr lang="en-US" sz="1600">
                <a:latin typeface="Cambria"/>
                <a:ea typeface="Cambria"/>
                <a:cs typeface="Cambria"/>
                <a:sym typeface="Cambria"/>
              </a:rPr>
              <a:t> Spread awareness of schemes</a:t>
            </a:r>
            <a:endParaRPr sz="1600">
              <a:latin typeface="Cambria"/>
              <a:ea typeface="Cambria"/>
              <a:cs typeface="Cambria"/>
              <a:sym typeface="Cambria"/>
            </a:endParaRPr>
          </a:p>
          <a:p>
            <a:pPr indent="-330200" lvl="0" marL="457200" rtl="0" algn="just">
              <a:lnSpc>
                <a:spcPct val="180000"/>
              </a:lnSpc>
              <a:spcBef>
                <a:spcPts val="0"/>
              </a:spcBef>
              <a:spcAft>
                <a:spcPts val="0"/>
              </a:spcAft>
              <a:buSzPts val="1600"/>
              <a:buFont typeface="Cambria"/>
              <a:buChar char="•"/>
            </a:pPr>
            <a:r>
              <a:rPr lang="en-US" sz="1600">
                <a:latin typeface="Cambria"/>
                <a:ea typeface="Cambria"/>
                <a:cs typeface="Cambria"/>
                <a:sym typeface="Cambria"/>
              </a:rPr>
              <a:t> Support skill development in Punjab</a:t>
            </a:r>
            <a:endParaRPr sz="1600">
              <a:latin typeface="Cambria"/>
              <a:ea typeface="Cambria"/>
              <a:cs typeface="Cambria"/>
              <a:sym typeface="Cambria"/>
            </a:endParaRPr>
          </a:p>
          <a:p>
            <a:pPr indent="-190500" lvl="0" marL="342900" rtl="0" algn="just">
              <a:lnSpc>
                <a:spcPct val="180000"/>
              </a:lnSpc>
              <a:spcBef>
                <a:spcPts val="0"/>
              </a:spcBef>
              <a:spcAft>
                <a:spcPts val="0"/>
              </a:spcAft>
              <a:buSzPts val="1680"/>
              <a:buNone/>
            </a:pPr>
            <a:r>
              <a:t/>
            </a:r>
            <a:endParaRPr sz="1600">
              <a:latin typeface="Cambria"/>
              <a:ea typeface="Cambria"/>
              <a:cs typeface="Cambria"/>
              <a:sym typeface="Cambria"/>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Problem Statement Number: PSCS_17</a:t>
            </a:r>
            <a:endParaRPr>
              <a:latin typeface="Cambria"/>
              <a:ea typeface="Cambria"/>
              <a:cs typeface="Cambria"/>
              <a:sym typeface="Cambria"/>
            </a:endParaRPr>
          </a:p>
        </p:txBody>
      </p:sp>
      <p:sp>
        <p:nvSpPr>
          <p:cNvPr id="105" name="Google Shape;105;p15"/>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Autofit/>
          </a:bodyPr>
          <a:lstStyle/>
          <a:p>
            <a:pPr indent="-190500" lvl="0" marL="342900" rtl="0" algn="just">
              <a:lnSpc>
                <a:spcPct val="80000"/>
              </a:lnSpc>
              <a:spcBef>
                <a:spcPts val="0"/>
              </a:spcBef>
              <a:spcAft>
                <a:spcPts val="0"/>
              </a:spcAft>
              <a:buSzPts val="1680"/>
              <a:buNone/>
            </a:pPr>
            <a:r>
              <a:rPr b="1" lang="en-US" sz="1600">
                <a:latin typeface="Cambria"/>
                <a:ea typeface="Cambria"/>
                <a:cs typeface="Cambria"/>
                <a:sym typeface="Cambria"/>
              </a:rPr>
              <a:t>Organization:</a:t>
            </a:r>
            <a:r>
              <a:rPr lang="en-US" sz="1600">
                <a:latin typeface="Cambria"/>
                <a:ea typeface="Cambria"/>
                <a:cs typeface="Cambria"/>
                <a:sym typeface="Cambria"/>
              </a:rPr>
              <a:t> “Government of Punjab”</a:t>
            </a:r>
            <a:endParaRPr sz="1600">
              <a:latin typeface="Cambria"/>
              <a:ea typeface="Cambria"/>
              <a:cs typeface="Cambria"/>
              <a:sym typeface="Cambria"/>
            </a:endParaRPr>
          </a:p>
          <a:p>
            <a:pPr indent="-190500" lvl="0" marL="342900" rtl="0" algn="just">
              <a:lnSpc>
                <a:spcPct val="80000"/>
              </a:lnSpc>
              <a:spcBef>
                <a:spcPts val="0"/>
              </a:spcBef>
              <a:spcAft>
                <a:spcPts val="0"/>
              </a:spcAft>
              <a:buSzPts val="1680"/>
              <a:buNone/>
            </a:pPr>
            <a:r>
              <a:t/>
            </a:r>
            <a:endParaRPr b="1" sz="1600">
              <a:latin typeface="Cambria"/>
              <a:ea typeface="Cambria"/>
              <a:cs typeface="Cambria"/>
              <a:sym typeface="Cambria"/>
            </a:endParaRPr>
          </a:p>
          <a:p>
            <a:pPr indent="-190500" lvl="0" marL="342900" rtl="0" algn="just">
              <a:lnSpc>
                <a:spcPct val="180000"/>
              </a:lnSpc>
              <a:spcBef>
                <a:spcPts val="0"/>
              </a:spcBef>
              <a:spcAft>
                <a:spcPts val="0"/>
              </a:spcAft>
              <a:buSzPts val="1680"/>
              <a:buNone/>
            </a:pPr>
            <a:r>
              <a:rPr b="1" lang="en-US" sz="1600">
                <a:latin typeface="Cambria"/>
                <a:ea typeface="Cambria"/>
                <a:cs typeface="Cambria"/>
                <a:sym typeface="Cambria"/>
              </a:rPr>
              <a:t>Category (Hardware / Software / Both) :</a:t>
            </a:r>
            <a:r>
              <a:rPr lang="en-US" sz="1600">
                <a:latin typeface="Cambria"/>
                <a:ea typeface="Cambria"/>
                <a:cs typeface="Cambria"/>
                <a:sym typeface="Cambria"/>
              </a:rPr>
              <a:t> “Software”</a:t>
            </a:r>
            <a:endParaRPr sz="1600">
              <a:latin typeface="Cambria"/>
              <a:ea typeface="Cambria"/>
              <a:cs typeface="Cambria"/>
              <a:sym typeface="Cambria"/>
            </a:endParaRPr>
          </a:p>
          <a:p>
            <a:pPr indent="-190500" lvl="0" marL="342900" rtl="0" algn="just">
              <a:lnSpc>
                <a:spcPct val="180000"/>
              </a:lnSpc>
              <a:spcBef>
                <a:spcPts val="0"/>
              </a:spcBef>
              <a:spcAft>
                <a:spcPts val="0"/>
              </a:spcAft>
              <a:buSzPts val="1680"/>
              <a:buNone/>
            </a:pPr>
            <a:r>
              <a:rPr b="1" lang="en-US" sz="1600">
                <a:latin typeface="Cambria"/>
                <a:ea typeface="Cambria"/>
                <a:cs typeface="Cambria"/>
                <a:sym typeface="Cambria"/>
              </a:rPr>
              <a:t>Problem Description:</a:t>
            </a:r>
            <a:r>
              <a:rPr lang="en-US" sz="1600">
                <a:latin typeface="Cambria"/>
                <a:ea typeface="Cambria"/>
                <a:cs typeface="Cambria"/>
                <a:sym typeface="Cambria"/>
              </a:rPr>
              <a:t> “The Employment Department at present has a digital platform www.pgrkam.com and its mobile application to provide almost all services offered to job seekers and employers through digital means. The portal has multiple modules like private sector jobs, government jobs, self-employment avenues, foreign jobs, foreign study, counseling, guidance, induction into armed forces, job melas, etc. Currently, when a user visits the portal/app, there is no hand-holding mechanism to help the user get to the part of the digital platform which will resolve his queries. The user is required to navigate across multiple modules on the portal/ app to search for answers.”</a:t>
            </a:r>
            <a:endParaRPr sz="1600">
              <a:latin typeface="Cambria"/>
              <a:ea typeface="Cambria"/>
              <a:cs typeface="Cambria"/>
              <a:sym typeface="Cambria"/>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6"/>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Problem Statement Number: PSCS_17</a:t>
            </a:r>
            <a:endParaRPr>
              <a:latin typeface="Cambria"/>
              <a:ea typeface="Cambria"/>
              <a:cs typeface="Cambria"/>
              <a:sym typeface="Cambria"/>
            </a:endParaRPr>
          </a:p>
        </p:txBody>
      </p:sp>
      <p:sp>
        <p:nvSpPr>
          <p:cNvPr id="111" name="Google Shape;111;p16"/>
          <p:cNvSpPr txBox="1"/>
          <p:nvPr>
            <p:ph idx="1" type="body"/>
          </p:nvPr>
        </p:nvSpPr>
        <p:spPr>
          <a:xfrm>
            <a:off x="812800" y="1143001"/>
            <a:ext cx="10668000" cy="4953000"/>
          </a:xfrm>
          <a:prstGeom prst="rect">
            <a:avLst/>
          </a:prstGeom>
          <a:noFill/>
          <a:ln>
            <a:noFill/>
          </a:ln>
        </p:spPr>
        <p:txBody>
          <a:bodyPr anchorCtr="0" anchor="t" bIns="45700" lIns="91425" spcFirstLastPara="1" rIns="91425" wrap="square" tIns="45700">
            <a:noAutofit/>
          </a:bodyPr>
          <a:lstStyle/>
          <a:p>
            <a:pPr indent="-190500" lvl="0" marL="342900" rtl="0" algn="just">
              <a:lnSpc>
                <a:spcPct val="180000"/>
              </a:lnSpc>
              <a:spcBef>
                <a:spcPts val="0"/>
              </a:spcBef>
              <a:spcAft>
                <a:spcPts val="0"/>
              </a:spcAft>
              <a:buSzPts val="1680"/>
              <a:buNone/>
            </a:pPr>
            <a:r>
              <a:rPr b="1" lang="en-US" sz="1600">
                <a:latin typeface="Cambria"/>
                <a:ea typeface="Cambria"/>
                <a:cs typeface="Cambria"/>
                <a:sym typeface="Cambria"/>
              </a:rPr>
              <a:t>In summary:</a:t>
            </a:r>
            <a:endParaRPr b="1" sz="1600">
              <a:latin typeface="Cambria"/>
              <a:ea typeface="Cambria"/>
              <a:cs typeface="Cambria"/>
              <a:sym typeface="Cambria"/>
            </a:endParaRPr>
          </a:p>
          <a:p>
            <a:pPr indent="-330200" lvl="0" marL="457200" rtl="0" algn="just">
              <a:lnSpc>
                <a:spcPct val="180000"/>
              </a:lnSpc>
              <a:spcBef>
                <a:spcPts val="0"/>
              </a:spcBef>
              <a:spcAft>
                <a:spcPts val="0"/>
              </a:spcAft>
              <a:buSzPts val="1600"/>
              <a:buFont typeface="Cambria"/>
              <a:buAutoNum type="arabicPeriod"/>
            </a:pPr>
            <a:r>
              <a:rPr lang="en-US" sz="1600">
                <a:latin typeface="Cambria"/>
                <a:ea typeface="Cambria"/>
                <a:cs typeface="Cambria"/>
                <a:sym typeface="Cambria"/>
              </a:rPr>
              <a:t>Job &amp; scheme data is scattered and difficult to search</a:t>
            </a:r>
            <a:endParaRPr sz="1600">
              <a:latin typeface="Cambria"/>
              <a:ea typeface="Cambria"/>
              <a:cs typeface="Cambria"/>
              <a:sym typeface="Cambria"/>
            </a:endParaRPr>
          </a:p>
          <a:p>
            <a:pPr indent="-330200" lvl="0" marL="457200" rtl="0" algn="just">
              <a:lnSpc>
                <a:spcPct val="180000"/>
              </a:lnSpc>
              <a:spcBef>
                <a:spcPts val="0"/>
              </a:spcBef>
              <a:spcAft>
                <a:spcPts val="0"/>
              </a:spcAft>
              <a:buSzPts val="1600"/>
              <a:buFont typeface="Cambria"/>
              <a:buAutoNum type="arabicPeriod"/>
            </a:pPr>
            <a:r>
              <a:rPr lang="en-US" sz="1600">
                <a:latin typeface="Cambria"/>
                <a:ea typeface="Cambria"/>
                <a:cs typeface="Cambria"/>
                <a:sym typeface="Cambria"/>
              </a:rPr>
              <a:t>Mostly available in English</a:t>
            </a:r>
            <a:endParaRPr sz="1600">
              <a:latin typeface="Cambria"/>
              <a:ea typeface="Cambria"/>
              <a:cs typeface="Cambria"/>
              <a:sym typeface="Cambria"/>
            </a:endParaRPr>
          </a:p>
          <a:p>
            <a:pPr indent="-330200" lvl="0" marL="457200" rtl="0" algn="just">
              <a:lnSpc>
                <a:spcPct val="180000"/>
              </a:lnSpc>
              <a:spcBef>
                <a:spcPts val="0"/>
              </a:spcBef>
              <a:spcAft>
                <a:spcPts val="0"/>
              </a:spcAft>
              <a:buSzPts val="1600"/>
              <a:buFont typeface="Cambria"/>
              <a:buAutoNum type="arabicPeriod"/>
            </a:pPr>
            <a:r>
              <a:rPr lang="en-US" sz="1600">
                <a:latin typeface="Cambria"/>
                <a:ea typeface="Cambria"/>
                <a:cs typeface="Cambria"/>
                <a:sym typeface="Cambria"/>
              </a:rPr>
              <a:t>Rural users face language &amp; digital barriers</a:t>
            </a:r>
            <a:endParaRPr sz="1600">
              <a:latin typeface="Cambria"/>
              <a:ea typeface="Cambria"/>
              <a:cs typeface="Cambria"/>
              <a:sym typeface="Cambria"/>
            </a:endParaRPr>
          </a:p>
          <a:p>
            <a:pPr indent="-330200" lvl="0" marL="457200" rtl="0" algn="just">
              <a:lnSpc>
                <a:spcPct val="180000"/>
              </a:lnSpc>
              <a:spcBef>
                <a:spcPts val="0"/>
              </a:spcBef>
              <a:spcAft>
                <a:spcPts val="0"/>
              </a:spcAft>
              <a:buSzPts val="1600"/>
              <a:buFont typeface="Cambria"/>
              <a:buAutoNum type="arabicPeriod"/>
            </a:pPr>
            <a:r>
              <a:rPr lang="en-US" sz="1600">
                <a:latin typeface="Cambria"/>
                <a:ea typeface="Cambria"/>
                <a:cs typeface="Cambria"/>
                <a:sym typeface="Cambria"/>
              </a:rPr>
              <a:t>No voice-enabled conversational assistant available</a:t>
            </a:r>
            <a:endParaRPr sz="1600">
              <a:latin typeface="Cambria"/>
              <a:ea typeface="Cambria"/>
              <a:cs typeface="Cambria"/>
              <a:sym typeface="Cambria"/>
            </a:endParaRPr>
          </a:p>
          <a:p>
            <a:pPr indent="-190500" lvl="0" marL="342900" rtl="0" algn="just">
              <a:lnSpc>
                <a:spcPct val="180000"/>
              </a:lnSpc>
              <a:spcBef>
                <a:spcPts val="0"/>
              </a:spcBef>
              <a:spcAft>
                <a:spcPts val="0"/>
              </a:spcAft>
              <a:buSzPts val="1680"/>
              <a:buNone/>
            </a:pPr>
            <a:r>
              <a:t/>
            </a:r>
            <a:endParaRPr sz="1600">
              <a:latin typeface="Cambria"/>
              <a:ea typeface="Cambria"/>
              <a:cs typeface="Cambria"/>
              <a:sym typeface="Cambria"/>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7"/>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Objectives</a:t>
            </a:r>
            <a:endParaRPr>
              <a:latin typeface="Cambria"/>
              <a:ea typeface="Cambria"/>
              <a:cs typeface="Cambria"/>
              <a:sym typeface="Cambria"/>
            </a:endParaRPr>
          </a:p>
        </p:txBody>
      </p:sp>
      <p:sp>
        <p:nvSpPr>
          <p:cNvPr id="117" name="Google Shape;117;p17"/>
          <p:cNvSpPr txBox="1"/>
          <p:nvPr/>
        </p:nvSpPr>
        <p:spPr>
          <a:xfrm>
            <a:off x="855250" y="1091250"/>
            <a:ext cx="10583100" cy="24651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50000"/>
              </a:lnSpc>
              <a:spcBef>
                <a:spcPts val="0"/>
              </a:spcBef>
              <a:spcAft>
                <a:spcPts val="0"/>
              </a:spcAft>
              <a:buClr>
                <a:schemeClr val="dk1"/>
              </a:buClr>
              <a:buSzPts val="1600"/>
              <a:buFont typeface="Cambria"/>
              <a:buAutoNum type="arabicPeriod"/>
            </a:pPr>
            <a:r>
              <a:rPr lang="en-US" sz="1600">
                <a:solidFill>
                  <a:schemeClr val="dk1"/>
                </a:solidFill>
                <a:latin typeface="Cambria"/>
                <a:ea typeface="Cambria"/>
                <a:cs typeface="Cambria"/>
                <a:sym typeface="Cambria"/>
              </a:rPr>
              <a:t>Build an AI-powered multilingual chatbot</a:t>
            </a:r>
            <a:endParaRPr sz="1600">
              <a:solidFill>
                <a:schemeClr val="dk1"/>
              </a:solidFill>
              <a:latin typeface="Cambria"/>
              <a:ea typeface="Cambria"/>
              <a:cs typeface="Cambria"/>
              <a:sym typeface="Cambria"/>
            </a:endParaRPr>
          </a:p>
          <a:p>
            <a:pPr indent="-330200" lvl="0" marL="457200" marR="0" rtl="0" algn="l">
              <a:lnSpc>
                <a:spcPct val="150000"/>
              </a:lnSpc>
              <a:spcBef>
                <a:spcPts val="0"/>
              </a:spcBef>
              <a:spcAft>
                <a:spcPts val="0"/>
              </a:spcAft>
              <a:buClr>
                <a:schemeClr val="dk1"/>
              </a:buClr>
              <a:buSzPts val="1600"/>
              <a:buFont typeface="Cambria"/>
              <a:buAutoNum type="arabicPeriod"/>
            </a:pPr>
            <a:r>
              <a:rPr lang="en-US" sz="1600">
                <a:solidFill>
                  <a:schemeClr val="dk1"/>
                </a:solidFill>
                <a:latin typeface="Cambria"/>
                <a:ea typeface="Cambria"/>
                <a:cs typeface="Cambria"/>
                <a:sym typeface="Cambria"/>
              </a:rPr>
              <a:t>Provide govt &amp; private job search</a:t>
            </a:r>
            <a:endParaRPr sz="1600">
              <a:solidFill>
                <a:schemeClr val="dk1"/>
              </a:solidFill>
              <a:latin typeface="Cambria"/>
              <a:ea typeface="Cambria"/>
              <a:cs typeface="Cambria"/>
              <a:sym typeface="Cambria"/>
            </a:endParaRPr>
          </a:p>
          <a:p>
            <a:pPr indent="-330200" lvl="0" marL="457200" marR="0" rtl="0" algn="l">
              <a:lnSpc>
                <a:spcPct val="150000"/>
              </a:lnSpc>
              <a:spcBef>
                <a:spcPts val="0"/>
              </a:spcBef>
              <a:spcAft>
                <a:spcPts val="0"/>
              </a:spcAft>
              <a:buClr>
                <a:schemeClr val="dk1"/>
              </a:buClr>
              <a:buSzPts val="1600"/>
              <a:buFont typeface="Cambria"/>
              <a:buAutoNum type="arabicPeriod"/>
            </a:pPr>
            <a:r>
              <a:rPr lang="en-US" sz="1600">
                <a:solidFill>
                  <a:schemeClr val="dk1"/>
                </a:solidFill>
                <a:latin typeface="Cambria"/>
                <a:ea typeface="Cambria"/>
                <a:cs typeface="Cambria"/>
                <a:sym typeface="Cambria"/>
              </a:rPr>
              <a:t>Support English &amp; Punjabi</a:t>
            </a:r>
            <a:endParaRPr sz="1600">
              <a:solidFill>
                <a:schemeClr val="dk1"/>
              </a:solidFill>
              <a:latin typeface="Cambria"/>
              <a:ea typeface="Cambria"/>
              <a:cs typeface="Cambria"/>
              <a:sym typeface="Cambria"/>
            </a:endParaRPr>
          </a:p>
          <a:p>
            <a:pPr indent="-330200" lvl="0" marL="457200" marR="0" rtl="0" algn="l">
              <a:lnSpc>
                <a:spcPct val="150000"/>
              </a:lnSpc>
              <a:spcBef>
                <a:spcPts val="0"/>
              </a:spcBef>
              <a:spcAft>
                <a:spcPts val="0"/>
              </a:spcAft>
              <a:buClr>
                <a:schemeClr val="dk1"/>
              </a:buClr>
              <a:buSzPts val="1600"/>
              <a:buFont typeface="Cambria"/>
              <a:buAutoNum type="arabicPeriod"/>
            </a:pPr>
            <a:r>
              <a:rPr lang="en-US" sz="1600">
                <a:solidFill>
                  <a:schemeClr val="dk1"/>
                </a:solidFill>
                <a:latin typeface="Cambria"/>
                <a:ea typeface="Cambria"/>
                <a:cs typeface="Cambria"/>
                <a:sym typeface="Cambria"/>
              </a:rPr>
              <a:t>Text + Voice interaction</a:t>
            </a:r>
            <a:endParaRPr sz="1600">
              <a:solidFill>
                <a:schemeClr val="dk1"/>
              </a:solidFill>
              <a:latin typeface="Cambria"/>
              <a:ea typeface="Cambria"/>
              <a:cs typeface="Cambria"/>
              <a:sym typeface="Cambria"/>
            </a:endParaRPr>
          </a:p>
          <a:p>
            <a:pPr indent="-330200" lvl="0" marL="457200" marR="0" rtl="0" algn="l">
              <a:lnSpc>
                <a:spcPct val="150000"/>
              </a:lnSpc>
              <a:spcBef>
                <a:spcPts val="0"/>
              </a:spcBef>
              <a:spcAft>
                <a:spcPts val="0"/>
              </a:spcAft>
              <a:buClr>
                <a:schemeClr val="dk1"/>
              </a:buClr>
              <a:buSzPts val="1600"/>
              <a:buFont typeface="Cambria"/>
              <a:buAutoNum type="arabicPeriod"/>
            </a:pPr>
            <a:r>
              <a:rPr lang="en-US" sz="1600">
                <a:solidFill>
                  <a:schemeClr val="dk1"/>
                </a:solidFill>
                <a:latin typeface="Cambria"/>
                <a:ea typeface="Cambria"/>
                <a:cs typeface="Cambria"/>
                <a:sym typeface="Cambria"/>
              </a:rPr>
              <a:t>Use RAG for accuracy</a:t>
            </a:r>
            <a:endParaRPr sz="1600">
              <a:solidFill>
                <a:schemeClr val="dk1"/>
              </a:solidFill>
              <a:latin typeface="Cambria"/>
              <a:ea typeface="Cambria"/>
              <a:cs typeface="Cambria"/>
              <a:sym typeface="Cambria"/>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8"/>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Key Features</a:t>
            </a:r>
            <a:endParaRPr>
              <a:latin typeface="Cambria"/>
              <a:ea typeface="Cambria"/>
              <a:cs typeface="Cambria"/>
              <a:sym typeface="Cambria"/>
            </a:endParaRPr>
          </a:p>
        </p:txBody>
      </p:sp>
      <p:sp>
        <p:nvSpPr>
          <p:cNvPr id="123" name="Google Shape;123;p18"/>
          <p:cNvSpPr txBox="1"/>
          <p:nvPr/>
        </p:nvSpPr>
        <p:spPr>
          <a:xfrm>
            <a:off x="855250" y="1091250"/>
            <a:ext cx="10583100" cy="24651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50000"/>
              </a:lnSpc>
              <a:spcBef>
                <a:spcPts val="0"/>
              </a:spcBef>
              <a:spcAft>
                <a:spcPts val="0"/>
              </a:spcAft>
              <a:buClr>
                <a:schemeClr val="dk1"/>
              </a:buClr>
              <a:buSzPts val="1600"/>
              <a:buFont typeface="Cambria"/>
              <a:buAutoNum type="arabicPeriod"/>
            </a:pPr>
            <a:r>
              <a:rPr lang="en-US" sz="1600">
                <a:solidFill>
                  <a:schemeClr val="dk1"/>
                </a:solidFill>
                <a:latin typeface="Cambria"/>
                <a:ea typeface="Cambria"/>
                <a:cs typeface="Cambria"/>
                <a:sym typeface="Cambria"/>
              </a:rPr>
              <a:t>Multilingual Chat</a:t>
            </a:r>
            <a:endParaRPr sz="1600">
              <a:solidFill>
                <a:schemeClr val="dk1"/>
              </a:solidFill>
              <a:latin typeface="Cambria"/>
              <a:ea typeface="Cambria"/>
              <a:cs typeface="Cambria"/>
              <a:sym typeface="Cambria"/>
            </a:endParaRPr>
          </a:p>
          <a:p>
            <a:pPr indent="-330200" lvl="0" marL="457200" marR="0" rtl="0" algn="l">
              <a:lnSpc>
                <a:spcPct val="150000"/>
              </a:lnSpc>
              <a:spcBef>
                <a:spcPts val="0"/>
              </a:spcBef>
              <a:spcAft>
                <a:spcPts val="0"/>
              </a:spcAft>
              <a:buClr>
                <a:schemeClr val="dk1"/>
              </a:buClr>
              <a:buSzPts val="1600"/>
              <a:buFont typeface="Cambria"/>
              <a:buAutoNum type="arabicPeriod"/>
            </a:pPr>
            <a:r>
              <a:rPr lang="en-US" sz="1600">
                <a:solidFill>
                  <a:schemeClr val="dk1"/>
                </a:solidFill>
                <a:latin typeface="Cambria"/>
                <a:ea typeface="Cambria"/>
                <a:cs typeface="Cambria"/>
                <a:sym typeface="Cambria"/>
              </a:rPr>
              <a:t>Automatic Translation</a:t>
            </a:r>
            <a:endParaRPr sz="1600">
              <a:solidFill>
                <a:schemeClr val="dk1"/>
              </a:solidFill>
              <a:latin typeface="Cambria"/>
              <a:ea typeface="Cambria"/>
              <a:cs typeface="Cambria"/>
              <a:sym typeface="Cambria"/>
            </a:endParaRPr>
          </a:p>
          <a:p>
            <a:pPr indent="-330200" lvl="0" marL="457200" marR="0" rtl="0" algn="l">
              <a:lnSpc>
                <a:spcPct val="150000"/>
              </a:lnSpc>
              <a:spcBef>
                <a:spcPts val="0"/>
              </a:spcBef>
              <a:spcAft>
                <a:spcPts val="0"/>
              </a:spcAft>
              <a:buClr>
                <a:schemeClr val="dk1"/>
              </a:buClr>
              <a:buSzPts val="1600"/>
              <a:buFont typeface="Cambria"/>
              <a:buAutoNum type="arabicPeriod"/>
            </a:pPr>
            <a:r>
              <a:rPr lang="en-US" sz="1600">
                <a:solidFill>
                  <a:schemeClr val="dk1"/>
                </a:solidFill>
                <a:latin typeface="Cambria"/>
                <a:ea typeface="Cambria"/>
                <a:cs typeface="Cambria"/>
                <a:sym typeface="Cambria"/>
              </a:rPr>
              <a:t>Voice Input</a:t>
            </a:r>
            <a:endParaRPr sz="1600">
              <a:solidFill>
                <a:schemeClr val="dk1"/>
              </a:solidFill>
              <a:latin typeface="Cambria"/>
              <a:ea typeface="Cambria"/>
              <a:cs typeface="Cambria"/>
              <a:sym typeface="Cambria"/>
            </a:endParaRPr>
          </a:p>
          <a:p>
            <a:pPr indent="-330200" lvl="0" marL="457200" marR="0" rtl="0" algn="l">
              <a:lnSpc>
                <a:spcPct val="150000"/>
              </a:lnSpc>
              <a:spcBef>
                <a:spcPts val="0"/>
              </a:spcBef>
              <a:spcAft>
                <a:spcPts val="0"/>
              </a:spcAft>
              <a:buClr>
                <a:schemeClr val="dk1"/>
              </a:buClr>
              <a:buSzPts val="1600"/>
              <a:buFont typeface="Cambria"/>
              <a:buAutoNum type="arabicPeriod"/>
            </a:pPr>
            <a:r>
              <a:rPr lang="en-US" sz="1600">
                <a:solidFill>
                  <a:schemeClr val="dk1"/>
                </a:solidFill>
                <a:latin typeface="Cambria"/>
                <a:ea typeface="Cambria"/>
                <a:cs typeface="Cambria"/>
                <a:sym typeface="Cambria"/>
              </a:rPr>
              <a:t>Job Search</a:t>
            </a:r>
            <a:endParaRPr sz="1600">
              <a:solidFill>
                <a:schemeClr val="dk1"/>
              </a:solidFill>
              <a:latin typeface="Cambria"/>
              <a:ea typeface="Cambria"/>
              <a:cs typeface="Cambria"/>
              <a:sym typeface="Cambria"/>
            </a:endParaRPr>
          </a:p>
          <a:p>
            <a:pPr indent="-330200" lvl="0" marL="457200" marR="0" rtl="0" algn="l">
              <a:lnSpc>
                <a:spcPct val="150000"/>
              </a:lnSpc>
              <a:spcBef>
                <a:spcPts val="0"/>
              </a:spcBef>
              <a:spcAft>
                <a:spcPts val="0"/>
              </a:spcAft>
              <a:buClr>
                <a:schemeClr val="dk1"/>
              </a:buClr>
              <a:buSzPts val="1600"/>
              <a:buFont typeface="Cambria"/>
              <a:buAutoNum type="arabicPeriod"/>
            </a:pPr>
            <a:r>
              <a:rPr lang="en-US" sz="1600">
                <a:solidFill>
                  <a:schemeClr val="dk1"/>
                </a:solidFill>
                <a:latin typeface="Cambria"/>
                <a:ea typeface="Cambria"/>
                <a:cs typeface="Cambria"/>
                <a:sym typeface="Cambria"/>
              </a:rPr>
              <a:t>Scheme Information</a:t>
            </a:r>
            <a:endParaRPr sz="1600">
              <a:solidFill>
                <a:schemeClr val="dk1"/>
              </a:solidFill>
              <a:latin typeface="Cambria"/>
              <a:ea typeface="Cambria"/>
              <a:cs typeface="Cambria"/>
              <a:sym typeface="Cambria"/>
            </a:endParaRPr>
          </a:p>
          <a:p>
            <a:pPr indent="-330200" lvl="0" marL="457200" marR="0" rtl="0" algn="l">
              <a:lnSpc>
                <a:spcPct val="150000"/>
              </a:lnSpc>
              <a:spcBef>
                <a:spcPts val="0"/>
              </a:spcBef>
              <a:spcAft>
                <a:spcPts val="0"/>
              </a:spcAft>
              <a:buClr>
                <a:schemeClr val="dk1"/>
              </a:buClr>
              <a:buSzPts val="1600"/>
              <a:buFont typeface="Cambria"/>
              <a:buAutoNum type="arabicPeriod"/>
            </a:pPr>
            <a:r>
              <a:rPr lang="en-US" sz="1600">
                <a:solidFill>
                  <a:schemeClr val="dk1"/>
                </a:solidFill>
                <a:latin typeface="Cambria"/>
                <a:ea typeface="Cambria"/>
                <a:cs typeface="Cambria"/>
                <a:sym typeface="Cambria"/>
              </a:rPr>
              <a:t>RAG Architecture</a:t>
            </a:r>
            <a:endParaRPr sz="1600">
              <a:solidFill>
                <a:schemeClr val="dk1"/>
              </a:solidFill>
              <a:latin typeface="Cambria"/>
              <a:ea typeface="Cambria"/>
              <a:cs typeface="Cambria"/>
              <a:sym typeface="Cambria"/>
            </a:endParaRPr>
          </a:p>
          <a:p>
            <a:pPr indent="-330200" lvl="0" marL="457200" marR="0" rtl="0" algn="l">
              <a:lnSpc>
                <a:spcPct val="150000"/>
              </a:lnSpc>
              <a:spcBef>
                <a:spcPts val="0"/>
              </a:spcBef>
              <a:spcAft>
                <a:spcPts val="0"/>
              </a:spcAft>
              <a:buClr>
                <a:schemeClr val="dk1"/>
              </a:buClr>
              <a:buSzPts val="1600"/>
              <a:buFont typeface="Cambria"/>
              <a:buAutoNum type="arabicPeriod"/>
            </a:pPr>
            <a:r>
              <a:rPr lang="en-US" sz="1600">
                <a:solidFill>
                  <a:schemeClr val="dk1"/>
                </a:solidFill>
                <a:latin typeface="Cambria"/>
                <a:ea typeface="Cambria"/>
                <a:cs typeface="Cambria"/>
                <a:sym typeface="Cambria"/>
              </a:rPr>
              <a:t>Real-time Chat</a:t>
            </a:r>
            <a:endParaRPr sz="1600">
              <a:solidFill>
                <a:schemeClr val="dk1"/>
              </a:solidFill>
              <a:latin typeface="Cambria"/>
              <a:ea typeface="Cambria"/>
              <a:cs typeface="Cambria"/>
              <a:sym typeface="Cambria"/>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9"/>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Technology Stack</a:t>
            </a:r>
            <a:endParaRPr>
              <a:latin typeface="Cambria"/>
              <a:ea typeface="Cambria"/>
              <a:cs typeface="Cambria"/>
              <a:sym typeface="Cambria"/>
            </a:endParaRPr>
          </a:p>
        </p:txBody>
      </p:sp>
      <p:sp>
        <p:nvSpPr>
          <p:cNvPr id="129" name="Google Shape;129;p19"/>
          <p:cNvSpPr txBox="1"/>
          <p:nvPr/>
        </p:nvSpPr>
        <p:spPr>
          <a:xfrm>
            <a:off x="855250" y="1091250"/>
            <a:ext cx="10583100" cy="24651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None/>
            </a:pPr>
            <a:r>
              <a:rPr b="1" lang="en-US" sz="1600">
                <a:solidFill>
                  <a:schemeClr val="dk1"/>
                </a:solidFill>
                <a:latin typeface="Cambria"/>
                <a:ea typeface="Cambria"/>
                <a:cs typeface="Cambria"/>
                <a:sym typeface="Cambria"/>
              </a:rPr>
              <a:t>Frontend: </a:t>
            </a:r>
            <a:r>
              <a:rPr lang="en-US" sz="1600">
                <a:solidFill>
                  <a:schemeClr val="dk1"/>
                </a:solidFill>
                <a:latin typeface="Cambria"/>
                <a:ea typeface="Cambria"/>
                <a:cs typeface="Cambria"/>
                <a:sym typeface="Cambria"/>
              </a:rPr>
              <a:t>React, TypeScript, Vite, Tailwind CSS</a:t>
            </a:r>
            <a:endParaRPr sz="1600">
              <a:solidFill>
                <a:schemeClr val="dk1"/>
              </a:solidFill>
              <a:latin typeface="Cambria"/>
              <a:ea typeface="Cambria"/>
              <a:cs typeface="Cambria"/>
              <a:sym typeface="Cambria"/>
            </a:endParaRPr>
          </a:p>
          <a:p>
            <a:pPr indent="0" lvl="0" marL="0" marR="0" rtl="0" algn="l">
              <a:lnSpc>
                <a:spcPct val="150000"/>
              </a:lnSpc>
              <a:spcBef>
                <a:spcPts val="0"/>
              </a:spcBef>
              <a:spcAft>
                <a:spcPts val="0"/>
              </a:spcAft>
              <a:buNone/>
            </a:pPr>
            <a:r>
              <a:rPr b="1" lang="en-US" sz="1600">
                <a:solidFill>
                  <a:schemeClr val="dk1"/>
                </a:solidFill>
                <a:latin typeface="Cambria"/>
                <a:ea typeface="Cambria"/>
                <a:cs typeface="Cambria"/>
                <a:sym typeface="Cambria"/>
              </a:rPr>
              <a:t>Backend: </a:t>
            </a:r>
            <a:r>
              <a:rPr lang="en-US" sz="1600">
                <a:solidFill>
                  <a:schemeClr val="dk1"/>
                </a:solidFill>
                <a:latin typeface="Cambria"/>
                <a:ea typeface="Cambria"/>
                <a:cs typeface="Cambria"/>
                <a:sym typeface="Cambria"/>
              </a:rPr>
              <a:t>FastAPI (Python)</a:t>
            </a:r>
            <a:endParaRPr sz="1600">
              <a:solidFill>
                <a:schemeClr val="dk1"/>
              </a:solidFill>
              <a:latin typeface="Cambria"/>
              <a:ea typeface="Cambria"/>
              <a:cs typeface="Cambria"/>
              <a:sym typeface="Cambria"/>
            </a:endParaRPr>
          </a:p>
          <a:p>
            <a:pPr indent="0" lvl="0" marL="0" marR="0" rtl="0" algn="l">
              <a:lnSpc>
                <a:spcPct val="150000"/>
              </a:lnSpc>
              <a:spcBef>
                <a:spcPts val="0"/>
              </a:spcBef>
              <a:spcAft>
                <a:spcPts val="0"/>
              </a:spcAft>
              <a:buNone/>
            </a:pPr>
            <a:r>
              <a:rPr b="1" lang="en-US" sz="1600">
                <a:solidFill>
                  <a:schemeClr val="dk1"/>
                </a:solidFill>
                <a:latin typeface="Cambria"/>
                <a:ea typeface="Cambria"/>
                <a:cs typeface="Cambria"/>
                <a:sym typeface="Cambria"/>
              </a:rPr>
              <a:t>AI Services: </a:t>
            </a:r>
            <a:r>
              <a:rPr lang="en-US" sz="1600">
                <a:solidFill>
                  <a:schemeClr val="dk1"/>
                </a:solidFill>
                <a:latin typeface="Cambria"/>
                <a:ea typeface="Cambria"/>
                <a:cs typeface="Cambria"/>
                <a:sym typeface="Cambria"/>
              </a:rPr>
              <a:t>Sarvam AI</a:t>
            </a:r>
            <a:endParaRPr sz="1600">
              <a:solidFill>
                <a:schemeClr val="dk1"/>
              </a:solidFill>
              <a:latin typeface="Cambria"/>
              <a:ea typeface="Cambria"/>
              <a:cs typeface="Cambria"/>
              <a:sym typeface="Cambria"/>
            </a:endParaRPr>
          </a:p>
          <a:p>
            <a:pPr indent="0" lvl="0" marL="0" marR="0" rtl="0" algn="l">
              <a:lnSpc>
                <a:spcPct val="150000"/>
              </a:lnSpc>
              <a:spcBef>
                <a:spcPts val="0"/>
              </a:spcBef>
              <a:spcAft>
                <a:spcPts val="0"/>
              </a:spcAft>
              <a:buNone/>
            </a:pPr>
            <a:r>
              <a:rPr b="1" lang="en-US" sz="1600">
                <a:solidFill>
                  <a:schemeClr val="dk1"/>
                </a:solidFill>
                <a:latin typeface="Cambria"/>
                <a:ea typeface="Cambria"/>
                <a:cs typeface="Cambria"/>
                <a:sym typeface="Cambria"/>
              </a:rPr>
              <a:t>Database: </a:t>
            </a:r>
            <a:r>
              <a:rPr lang="en-US" sz="1600">
                <a:solidFill>
                  <a:schemeClr val="dk1"/>
                </a:solidFill>
                <a:latin typeface="Cambria"/>
                <a:ea typeface="Cambria"/>
                <a:cs typeface="Cambria"/>
                <a:sym typeface="Cambria"/>
              </a:rPr>
              <a:t>MongoDB</a:t>
            </a:r>
            <a:endParaRPr sz="1600">
              <a:solidFill>
                <a:schemeClr val="dk1"/>
              </a:solidFill>
              <a:latin typeface="Cambria"/>
              <a:ea typeface="Cambria"/>
              <a:cs typeface="Cambria"/>
              <a:sym typeface="Cambria"/>
            </a:endParaRPr>
          </a:p>
          <a:p>
            <a:pPr indent="0" lvl="0" marL="0" marR="0" rtl="0" algn="l">
              <a:lnSpc>
                <a:spcPct val="150000"/>
              </a:lnSpc>
              <a:spcBef>
                <a:spcPts val="0"/>
              </a:spcBef>
              <a:spcAft>
                <a:spcPts val="0"/>
              </a:spcAft>
              <a:buNone/>
            </a:pPr>
            <a:r>
              <a:rPr b="1" lang="en-US" sz="1600">
                <a:solidFill>
                  <a:schemeClr val="dk1"/>
                </a:solidFill>
                <a:latin typeface="Cambria"/>
                <a:ea typeface="Cambria"/>
                <a:cs typeface="Cambria"/>
                <a:sym typeface="Cambria"/>
              </a:rPr>
              <a:t>Vector DB: </a:t>
            </a:r>
            <a:r>
              <a:rPr lang="en-US" sz="1600">
                <a:solidFill>
                  <a:schemeClr val="dk1"/>
                </a:solidFill>
                <a:latin typeface="Cambria"/>
                <a:ea typeface="Cambria"/>
                <a:cs typeface="Cambria"/>
                <a:sym typeface="Cambria"/>
              </a:rPr>
              <a:t>ChromaDB</a:t>
            </a:r>
            <a:endParaRPr sz="1600">
              <a:solidFill>
                <a:schemeClr val="dk1"/>
              </a:solidFill>
              <a:latin typeface="Cambria"/>
              <a:ea typeface="Cambria"/>
              <a:cs typeface="Cambria"/>
              <a:sym typeface="Cambria"/>
            </a:endParaRPr>
          </a:p>
          <a:p>
            <a:pPr indent="0" lvl="0" marL="0" marR="0" rtl="0" algn="l">
              <a:lnSpc>
                <a:spcPct val="150000"/>
              </a:lnSpc>
              <a:spcBef>
                <a:spcPts val="0"/>
              </a:spcBef>
              <a:spcAft>
                <a:spcPts val="0"/>
              </a:spcAft>
              <a:buNone/>
            </a:pPr>
            <a:r>
              <a:rPr b="1" lang="en-US" sz="1600">
                <a:solidFill>
                  <a:schemeClr val="dk1"/>
                </a:solidFill>
                <a:latin typeface="Cambria"/>
                <a:ea typeface="Cambria"/>
                <a:cs typeface="Cambria"/>
                <a:sym typeface="Cambria"/>
              </a:rPr>
              <a:t>Search: </a:t>
            </a:r>
            <a:r>
              <a:rPr lang="en-US" sz="1600">
                <a:solidFill>
                  <a:schemeClr val="dk1"/>
                </a:solidFill>
                <a:latin typeface="Cambria"/>
                <a:ea typeface="Cambria"/>
                <a:cs typeface="Cambria"/>
                <a:sym typeface="Cambria"/>
              </a:rPr>
              <a:t>Hybrid Search(BM25 + Dense)</a:t>
            </a:r>
            <a:endParaRPr sz="1600">
              <a:solidFill>
                <a:schemeClr val="dk1"/>
              </a:solidFill>
              <a:latin typeface="Cambria"/>
              <a:ea typeface="Cambria"/>
              <a:cs typeface="Cambria"/>
              <a:sym typeface="Cambria"/>
            </a:endParaRPr>
          </a:p>
          <a:p>
            <a:pPr indent="0" lvl="0" marL="0" marR="0" rtl="0" algn="l">
              <a:lnSpc>
                <a:spcPct val="150000"/>
              </a:lnSpc>
              <a:spcBef>
                <a:spcPts val="0"/>
              </a:spcBef>
              <a:spcAft>
                <a:spcPts val="0"/>
              </a:spcAft>
              <a:buNone/>
            </a:pPr>
            <a:r>
              <a:t/>
            </a:r>
            <a:endParaRPr b="1" sz="1600">
              <a:solidFill>
                <a:schemeClr val="dk1"/>
              </a:solidFill>
              <a:latin typeface="Cambria"/>
              <a:ea typeface="Cambria"/>
              <a:cs typeface="Cambria"/>
              <a:sym typeface="Cambri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0"/>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Architecture Diagram</a:t>
            </a:r>
            <a:endParaRPr>
              <a:latin typeface="Cambria"/>
              <a:ea typeface="Cambria"/>
              <a:cs typeface="Cambria"/>
              <a:sym typeface="Cambria"/>
            </a:endParaRPr>
          </a:p>
        </p:txBody>
      </p:sp>
      <p:pic>
        <p:nvPicPr>
          <p:cNvPr id="135" name="Google Shape;135;p20" title="architecture.drawio.png"/>
          <p:cNvPicPr preferRelativeResize="0"/>
          <p:nvPr/>
        </p:nvPicPr>
        <p:blipFill>
          <a:blip r:embed="rId3">
            <a:alphaModFix/>
          </a:blip>
          <a:stretch>
            <a:fillRect/>
          </a:stretch>
        </p:blipFill>
        <p:spPr>
          <a:xfrm>
            <a:off x="6441750" y="118075"/>
            <a:ext cx="5039049" cy="62952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1"/>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RAG Workflow</a:t>
            </a:r>
            <a:endParaRPr>
              <a:latin typeface="Cambria"/>
              <a:ea typeface="Cambria"/>
              <a:cs typeface="Cambria"/>
              <a:sym typeface="Cambria"/>
            </a:endParaRPr>
          </a:p>
        </p:txBody>
      </p:sp>
      <p:sp>
        <p:nvSpPr>
          <p:cNvPr id="141" name="Google Shape;141;p21"/>
          <p:cNvSpPr txBox="1"/>
          <p:nvPr/>
        </p:nvSpPr>
        <p:spPr>
          <a:xfrm>
            <a:off x="855250" y="1091250"/>
            <a:ext cx="10583100" cy="24651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50000"/>
              </a:lnSpc>
              <a:spcBef>
                <a:spcPts val="0"/>
              </a:spcBef>
              <a:spcAft>
                <a:spcPts val="0"/>
              </a:spcAft>
              <a:buClr>
                <a:schemeClr val="dk1"/>
              </a:buClr>
              <a:buSzPts val="1600"/>
              <a:buFont typeface="Cambria"/>
              <a:buChar char="●"/>
            </a:pPr>
            <a:r>
              <a:rPr lang="en-US" sz="1600">
                <a:solidFill>
                  <a:schemeClr val="dk1"/>
                </a:solidFill>
                <a:latin typeface="Cambria"/>
                <a:ea typeface="Cambria"/>
                <a:cs typeface="Cambria"/>
                <a:sym typeface="Cambria"/>
              </a:rPr>
              <a:t>Query → Embedding</a:t>
            </a:r>
            <a:endParaRPr sz="1600">
              <a:solidFill>
                <a:schemeClr val="dk1"/>
              </a:solidFill>
              <a:latin typeface="Cambria"/>
              <a:ea typeface="Cambria"/>
              <a:cs typeface="Cambria"/>
              <a:sym typeface="Cambria"/>
            </a:endParaRPr>
          </a:p>
          <a:p>
            <a:pPr indent="-330200" lvl="0" marL="457200" marR="0" rtl="0" algn="l">
              <a:lnSpc>
                <a:spcPct val="150000"/>
              </a:lnSpc>
              <a:spcBef>
                <a:spcPts val="0"/>
              </a:spcBef>
              <a:spcAft>
                <a:spcPts val="0"/>
              </a:spcAft>
              <a:buClr>
                <a:schemeClr val="dk1"/>
              </a:buClr>
              <a:buSzPts val="1600"/>
              <a:buFont typeface="Cambria"/>
              <a:buChar char="●"/>
            </a:pPr>
            <a:r>
              <a:rPr lang="en-US" sz="1600">
                <a:solidFill>
                  <a:schemeClr val="dk1"/>
                </a:solidFill>
                <a:latin typeface="Cambria"/>
                <a:ea typeface="Cambria"/>
                <a:cs typeface="Cambria"/>
                <a:sym typeface="Cambria"/>
              </a:rPr>
              <a:t>Vector Search in ChromaDB</a:t>
            </a:r>
            <a:endParaRPr sz="1600">
              <a:solidFill>
                <a:schemeClr val="dk1"/>
              </a:solidFill>
              <a:latin typeface="Cambria"/>
              <a:ea typeface="Cambria"/>
              <a:cs typeface="Cambria"/>
              <a:sym typeface="Cambria"/>
            </a:endParaRPr>
          </a:p>
          <a:p>
            <a:pPr indent="-330200" lvl="0" marL="457200" marR="0" rtl="0" algn="l">
              <a:lnSpc>
                <a:spcPct val="150000"/>
              </a:lnSpc>
              <a:spcBef>
                <a:spcPts val="0"/>
              </a:spcBef>
              <a:spcAft>
                <a:spcPts val="0"/>
              </a:spcAft>
              <a:buClr>
                <a:schemeClr val="dk1"/>
              </a:buClr>
              <a:buSzPts val="1600"/>
              <a:buFont typeface="Cambria"/>
              <a:buChar char="●"/>
            </a:pPr>
            <a:r>
              <a:rPr lang="en-US" sz="1600">
                <a:solidFill>
                  <a:schemeClr val="dk1"/>
                </a:solidFill>
                <a:latin typeface="Cambria"/>
                <a:ea typeface="Cambria"/>
                <a:cs typeface="Cambria"/>
                <a:sym typeface="Cambria"/>
              </a:rPr>
              <a:t>Keyword Filtering</a:t>
            </a:r>
            <a:endParaRPr sz="1600">
              <a:solidFill>
                <a:schemeClr val="dk1"/>
              </a:solidFill>
              <a:latin typeface="Cambria"/>
              <a:ea typeface="Cambria"/>
              <a:cs typeface="Cambria"/>
              <a:sym typeface="Cambria"/>
            </a:endParaRPr>
          </a:p>
          <a:p>
            <a:pPr indent="-330200" lvl="0" marL="457200" marR="0" rtl="0" algn="l">
              <a:lnSpc>
                <a:spcPct val="150000"/>
              </a:lnSpc>
              <a:spcBef>
                <a:spcPts val="0"/>
              </a:spcBef>
              <a:spcAft>
                <a:spcPts val="0"/>
              </a:spcAft>
              <a:buClr>
                <a:schemeClr val="dk1"/>
              </a:buClr>
              <a:buSzPts val="1600"/>
              <a:buFont typeface="Cambria"/>
              <a:buChar char="●"/>
            </a:pPr>
            <a:r>
              <a:rPr lang="en-US" sz="1600">
                <a:solidFill>
                  <a:schemeClr val="dk1"/>
                </a:solidFill>
                <a:latin typeface="Cambria"/>
                <a:ea typeface="Cambria"/>
                <a:cs typeface="Cambria"/>
                <a:sym typeface="Cambria"/>
              </a:rPr>
              <a:t>Relevant Docs Retrieved</a:t>
            </a:r>
            <a:endParaRPr sz="1600">
              <a:solidFill>
                <a:schemeClr val="dk1"/>
              </a:solidFill>
              <a:latin typeface="Cambria"/>
              <a:ea typeface="Cambria"/>
              <a:cs typeface="Cambria"/>
              <a:sym typeface="Cambria"/>
            </a:endParaRPr>
          </a:p>
          <a:p>
            <a:pPr indent="-330200" lvl="0" marL="457200" marR="0" rtl="0" algn="l">
              <a:lnSpc>
                <a:spcPct val="150000"/>
              </a:lnSpc>
              <a:spcBef>
                <a:spcPts val="0"/>
              </a:spcBef>
              <a:spcAft>
                <a:spcPts val="0"/>
              </a:spcAft>
              <a:buClr>
                <a:schemeClr val="dk1"/>
              </a:buClr>
              <a:buSzPts val="1600"/>
              <a:buFont typeface="Cambria"/>
              <a:buChar char="●"/>
            </a:pPr>
            <a:r>
              <a:rPr lang="en-US" sz="1600">
                <a:solidFill>
                  <a:schemeClr val="dk1"/>
                </a:solidFill>
                <a:latin typeface="Cambria"/>
                <a:ea typeface="Cambria"/>
                <a:cs typeface="Cambria"/>
                <a:sym typeface="Cambria"/>
              </a:rPr>
              <a:t>Final AI Response Generated</a:t>
            </a:r>
            <a:endParaRPr sz="1600">
              <a:solidFill>
                <a:schemeClr val="dk1"/>
              </a:solidFill>
              <a:latin typeface="Cambria"/>
              <a:ea typeface="Cambria"/>
              <a:cs typeface="Cambria"/>
              <a:sym typeface="Cambria"/>
            </a:endParaRPr>
          </a:p>
          <a:p>
            <a:pPr indent="0" lvl="0" marL="0" marR="0" rtl="0" algn="l">
              <a:lnSpc>
                <a:spcPct val="150000"/>
              </a:lnSpc>
              <a:spcBef>
                <a:spcPts val="0"/>
              </a:spcBef>
              <a:spcAft>
                <a:spcPts val="0"/>
              </a:spcAft>
              <a:buNone/>
            </a:pPr>
            <a:r>
              <a:t/>
            </a:r>
            <a:endParaRPr sz="16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2"/>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Multilingual &amp; Voice Processing</a:t>
            </a:r>
            <a:endParaRPr>
              <a:latin typeface="Cambria"/>
              <a:ea typeface="Cambria"/>
              <a:cs typeface="Cambria"/>
              <a:sym typeface="Cambria"/>
            </a:endParaRPr>
          </a:p>
        </p:txBody>
      </p:sp>
      <p:sp>
        <p:nvSpPr>
          <p:cNvPr id="147" name="Google Shape;147;p22"/>
          <p:cNvSpPr txBox="1"/>
          <p:nvPr/>
        </p:nvSpPr>
        <p:spPr>
          <a:xfrm>
            <a:off x="855250" y="1091250"/>
            <a:ext cx="10583100" cy="24651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50000"/>
              </a:lnSpc>
              <a:spcBef>
                <a:spcPts val="0"/>
              </a:spcBef>
              <a:spcAft>
                <a:spcPts val="0"/>
              </a:spcAft>
              <a:buClr>
                <a:schemeClr val="dk1"/>
              </a:buClr>
              <a:buSzPts val="1600"/>
              <a:buFont typeface="Cambria"/>
              <a:buChar char="●"/>
            </a:pPr>
            <a:r>
              <a:rPr lang="en-US" sz="1600">
                <a:solidFill>
                  <a:schemeClr val="dk1"/>
                </a:solidFill>
                <a:latin typeface="Cambria"/>
                <a:ea typeface="Cambria"/>
                <a:cs typeface="Cambria"/>
                <a:sym typeface="Cambria"/>
              </a:rPr>
              <a:t>English &amp; Punjabi support</a:t>
            </a:r>
            <a:endParaRPr sz="1600">
              <a:solidFill>
                <a:schemeClr val="dk1"/>
              </a:solidFill>
              <a:latin typeface="Cambria"/>
              <a:ea typeface="Cambria"/>
              <a:cs typeface="Cambria"/>
              <a:sym typeface="Cambria"/>
            </a:endParaRPr>
          </a:p>
          <a:p>
            <a:pPr indent="-330200" lvl="0" marL="457200" marR="0" rtl="0" algn="l">
              <a:lnSpc>
                <a:spcPct val="150000"/>
              </a:lnSpc>
              <a:spcBef>
                <a:spcPts val="0"/>
              </a:spcBef>
              <a:spcAft>
                <a:spcPts val="0"/>
              </a:spcAft>
              <a:buClr>
                <a:schemeClr val="dk1"/>
              </a:buClr>
              <a:buSzPts val="1600"/>
              <a:buFont typeface="Cambria"/>
              <a:buChar char="●"/>
            </a:pPr>
            <a:r>
              <a:rPr lang="en-US" sz="1600">
                <a:solidFill>
                  <a:schemeClr val="dk1"/>
                </a:solidFill>
                <a:latin typeface="Cambria"/>
                <a:ea typeface="Cambria"/>
                <a:cs typeface="Cambria"/>
                <a:sym typeface="Cambria"/>
              </a:rPr>
              <a:t>Punjabi speech-to-text</a:t>
            </a:r>
            <a:endParaRPr sz="1600">
              <a:solidFill>
                <a:schemeClr val="dk1"/>
              </a:solidFill>
              <a:latin typeface="Cambria"/>
              <a:ea typeface="Cambria"/>
              <a:cs typeface="Cambria"/>
              <a:sym typeface="Cambria"/>
            </a:endParaRPr>
          </a:p>
          <a:p>
            <a:pPr indent="-330200" lvl="0" marL="457200" marR="0" rtl="0" algn="l">
              <a:lnSpc>
                <a:spcPct val="150000"/>
              </a:lnSpc>
              <a:spcBef>
                <a:spcPts val="0"/>
              </a:spcBef>
              <a:spcAft>
                <a:spcPts val="0"/>
              </a:spcAft>
              <a:buClr>
                <a:schemeClr val="dk1"/>
              </a:buClr>
              <a:buSzPts val="1600"/>
              <a:buFont typeface="Cambria"/>
              <a:buChar char="●"/>
            </a:pPr>
            <a:r>
              <a:rPr lang="en-US" sz="1600">
                <a:solidFill>
                  <a:schemeClr val="dk1"/>
                </a:solidFill>
                <a:latin typeface="Cambria"/>
                <a:ea typeface="Cambria"/>
                <a:cs typeface="Cambria"/>
                <a:sym typeface="Cambria"/>
              </a:rPr>
              <a:t>Automatic translation</a:t>
            </a:r>
            <a:endParaRPr sz="1600">
              <a:solidFill>
                <a:schemeClr val="dk1"/>
              </a:solidFill>
              <a:latin typeface="Cambria"/>
              <a:ea typeface="Cambria"/>
              <a:cs typeface="Cambria"/>
              <a:sym typeface="Cambria"/>
            </a:endParaRPr>
          </a:p>
          <a:p>
            <a:pPr indent="-330200" lvl="0" marL="457200" marR="0" rtl="0" algn="l">
              <a:lnSpc>
                <a:spcPct val="150000"/>
              </a:lnSpc>
              <a:spcBef>
                <a:spcPts val="0"/>
              </a:spcBef>
              <a:spcAft>
                <a:spcPts val="0"/>
              </a:spcAft>
              <a:buClr>
                <a:schemeClr val="dk1"/>
              </a:buClr>
              <a:buSzPts val="1600"/>
              <a:buFont typeface="Cambria"/>
              <a:buChar char="●"/>
            </a:pPr>
            <a:r>
              <a:rPr lang="en-US" sz="1600">
                <a:solidFill>
                  <a:schemeClr val="dk1"/>
                </a:solidFill>
                <a:latin typeface="Cambria"/>
                <a:ea typeface="Cambria"/>
                <a:cs typeface="Cambria"/>
                <a:sym typeface="Cambria"/>
              </a:rPr>
              <a:t>Responses returned in user language</a:t>
            </a:r>
            <a:endParaRPr sz="1600">
              <a:solidFill>
                <a:schemeClr val="dk1"/>
              </a:solidFill>
              <a:latin typeface="Cambria"/>
              <a:ea typeface="Cambria"/>
              <a:cs typeface="Cambria"/>
              <a:sym typeface="Cambria"/>
            </a:endParaRPr>
          </a:p>
          <a:p>
            <a:pPr indent="0" lvl="0" marL="457200" marR="0" rtl="0" algn="l">
              <a:lnSpc>
                <a:spcPct val="150000"/>
              </a:lnSpc>
              <a:spcBef>
                <a:spcPts val="0"/>
              </a:spcBef>
              <a:spcAft>
                <a:spcPts val="0"/>
              </a:spcAft>
              <a:buNone/>
            </a:pPr>
            <a:r>
              <a:t/>
            </a:r>
            <a:endParaRPr sz="1600">
              <a:solidFill>
                <a:schemeClr val="dk1"/>
              </a:solidFill>
              <a:latin typeface="Cambria"/>
              <a:ea typeface="Cambria"/>
              <a:cs typeface="Cambria"/>
              <a:sym typeface="Cambria"/>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3"/>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API Design</a:t>
            </a:r>
            <a:endParaRPr>
              <a:latin typeface="Cambria"/>
              <a:ea typeface="Cambria"/>
              <a:cs typeface="Cambria"/>
              <a:sym typeface="Cambria"/>
            </a:endParaRPr>
          </a:p>
        </p:txBody>
      </p:sp>
      <p:sp>
        <p:nvSpPr>
          <p:cNvPr id="153" name="Google Shape;153;p23"/>
          <p:cNvSpPr txBox="1"/>
          <p:nvPr/>
        </p:nvSpPr>
        <p:spPr>
          <a:xfrm>
            <a:off x="855250" y="1091250"/>
            <a:ext cx="10583100" cy="24651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None/>
            </a:pPr>
            <a:r>
              <a:rPr lang="en-US" sz="1600">
                <a:solidFill>
                  <a:schemeClr val="dk1"/>
                </a:solidFill>
                <a:latin typeface="Cambria"/>
                <a:ea typeface="Cambria"/>
                <a:cs typeface="Cambria"/>
                <a:sym typeface="Cambria"/>
              </a:rPr>
              <a:t>Endpoint: </a:t>
            </a:r>
            <a:r>
              <a:rPr b="1" lang="en-US" sz="1600">
                <a:solidFill>
                  <a:schemeClr val="dk1"/>
                </a:solidFill>
                <a:latin typeface="Cambria"/>
                <a:ea typeface="Cambria"/>
                <a:cs typeface="Cambria"/>
                <a:sym typeface="Cambria"/>
              </a:rPr>
              <a:t>POST /chat</a:t>
            </a:r>
            <a:endParaRPr b="1" sz="1600">
              <a:solidFill>
                <a:schemeClr val="dk1"/>
              </a:solidFill>
              <a:latin typeface="Cambria"/>
              <a:ea typeface="Cambria"/>
              <a:cs typeface="Cambria"/>
              <a:sym typeface="Cambria"/>
            </a:endParaRPr>
          </a:p>
          <a:p>
            <a:pPr indent="0" lvl="0" marL="0" marR="0" rtl="0" algn="l">
              <a:lnSpc>
                <a:spcPct val="150000"/>
              </a:lnSpc>
              <a:spcBef>
                <a:spcPts val="0"/>
              </a:spcBef>
              <a:spcAft>
                <a:spcPts val="0"/>
              </a:spcAft>
              <a:buNone/>
            </a:pPr>
            <a:r>
              <a:rPr lang="en-US" sz="1600">
                <a:solidFill>
                  <a:schemeClr val="dk1"/>
                </a:solidFill>
                <a:latin typeface="Cambria"/>
                <a:ea typeface="Cambria"/>
                <a:cs typeface="Cambria"/>
                <a:sym typeface="Cambria"/>
              </a:rPr>
              <a:t>Input: </a:t>
            </a:r>
            <a:r>
              <a:rPr b="1" lang="en-US" sz="1600">
                <a:solidFill>
                  <a:schemeClr val="dk1"/>
                </a:solidFill>
                <a:latin typeface="Cambria"/>
                <a:ea typeface="Cambria"/>
                <a:cs typeface="Cambria"/>
                <a:sym typeface="Cambria"/>
              </a:rPr>
              <a:t>message, language, session ID, history</a:t>
            </a:r>
            <a:endParaRPr b="1" sz="1600">
              <a:solidFill>
                <a:schemeClr val="dk1"/>
              </a:solidFill>
              <a:latin typeface="Cambria"/>
              <a:ea typeface="Cambria"/>
              <a:cs typeface="Cambria"/>
              <a:sym typeface="Cambria"/>
            </a:endParaRPr>
          </a:p>
          <a:p>
            <a:pPr indent="0" lvl="0" marL="0" marR="0" rtl="0" algn="l">
              <a:lnSpc>
                <a:spcPct val="150000"/>
              </a:lnSpc>
              <a:spcBef>
                <a:spcPts val="0"/>
              </a:spcBef>
              <a:spcAft>
                <a:spcPts val="0"/>
              </a:spcAft>
              <a:buNone/>
            </a:pPr>
            <a:r>
              <a:rPr lang="en-US" sz="1600">
                <a:solidFill>
                  <a:schemeClr val="dk1"/>
                </a:solidFill>
                <a:latin typeface="Cambria"/>
                <a:ea typeface="Cambria"/>
                <a:cs typeface="Cambria"/>
                <a:sym typeface="Cambria"/>
              </a:rPr>
              <a:t>Output: </a:t>
            </a:r>
            <a:r>
              <a:rPr b="1" lang="en-US" sz="1600">
                <a:solidFill>
                  <a:schemeClr val="dk1"/>
                </a:solidFill>
                <a:latin typeface="Cambria"/>
                <a:ea typeface="Cambria"/>
                <a:cs typeface="Cambria"/>
                <a:sym typeface="Cambria"/>
              </a:rPr>
              <a:t>response, intent, time, timestamp</a:t>
            </a:r>
            <a:endParaRPr b="1" sz="1600">
              <a:solidFill>
                <a:schemeClr val="dk1"/>
              </a:solidFill>
              <a:latin typeface="Cambria"/>
              <a:ea typeface="Cambria"/>
              <a:cs typeface="Cambria"/>
              <a:sym typeface="Cambria"/>
            </a:endParaRPr>
          </a:p>
          <a:p>
            <a:pPr indent="0" lvl="0" marL="0" marR="0" rtl="0" algn="l">
              <a:lnSpc>
                <a:spcPct val="150000"/>
              </a:lnSpc>
              <a:spcBef>
                <a:spcPts val="0"/>
              </a:spcBef>
              <a:spcAft>
                <a:spcPts val="0"/>
              </a:spcAft>
              <a:buNone/>
            </a:pPr>
            <a:r>
              <a:t/>
            </a:r>
            <a:endParaRPr sz="1600">
              <a:solidFill>
                <a:schemeClr val="dk1"/>
              </a:solidFill>
              <a:latin typeface="Cambria"/>
              <a:ea typeface="Cambria"/>
              <a:cs typeface="Cambria"/>
              <a:sym typeface="Cambria"/>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4"/>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Project Structure</a:t>
            </a:r>
            <a:endParaRPr>
              <a:latin typeface="Cambria"/>
              <a:ea typeface="Cambria"/>
              <a:cs typeface="Cambria"/>
              <a:sym typeface="Cambria"/>
            </a:endParaRPr>
          </a:p>
        </p:txBody>
      </p:sp>
      <p:sp>
        <p:nvSpPr>
          <p:cNvPr id="159" name="Google Shape;159;p24"/>
          <p:cNvSpPr txBox="1"/>
          <p:nvPr/>
        </p:nvSpPr>
        <p:spPr>
          <a:xfrm>
            <a:off x="855250" y="1091250"/>
            <a:ext cx="10583100" cy="24651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50000"/>
              </a:lnSpc>
              <a:spcBef>
                <a:spcPts val="0"/>
              </a:spcBef>
              <a:spcAft>
                <a:spcPts val="0"/>
              </a:spcAft>
              <a:buClr>
                <a:schemeClr val="dk1"/>
              </a:buClr>
              <a:buSzPts val="1600"/>
              <a:buFont typeface="Cambria"/>
              <a:buChar char="●"/>
            </a:pPr>
            <a:r>
              <a:rPr lang="en-US" sz="1600">
                <a:solidFill>
                  <a:schemeClr val="dk1"/>
                </a:solidFill>
                <a:latin typeface="Cambria"/>
                <a:ea typeface="Cambria"/>
                <a:cs typeface="Cambria"/>
                <a:sym typeface="Cambria"/>
              </a:rPr>
              <a:t>backend/app/api → Routes</a:t>
            </a:r>
            <a:endParaRPr sz="1600">
              <a:solidFill>
                <a:schemeClr val="dk1"/>
              </a:solidFill>
              <a:latin typeface="Cambria"/>
              <a:ea typeface="Cambria"/>
              <a:cs typeface="Cambria"/>
              <a:sym typeface="Cambria"/>
            </a:endParaRPr>
          </a:p>
          <a:p>
            <a:pPr indent="-330200" lvl="0" marL="457200" marR="0" rtl="0" algn="l">
              <a:lnSpc>
                <a:spcPct val="150000"/>
              </a:lnSpc>
              <a:spcBef>
                <a:spcPts val="0"/>
              </a:spcBef>
              <a:spcAft>
                <a:spcPts val="0"/>
              </a:spcAft>
              <a:buClr>
                <a:schemeClr val="dk1"/>
              </a:buClr>
              <a:buSzPts val="1600"/>
              <a:buFont typeface="Cambria"/>
              <a:buChar char="●"/>
            </a:pPr>
            <a:r>
              <a:rPr lang="en-US" sz="1600">
                <a:solidFill>
                  <a:schemeClr val="dk1"/>
                </a:solidFill>
                <a:latin typeface="Cambria"/>
                <a:ea typeface="Cambria"/>
                <a:cs typeface="Cambria"/>
                <a:sym typeface="Cambria"/>
              </a:rPr>
              <a:t>backend/app/nlu → Intent &amp; Entity</a:t>
            </a:r>
            <a:endParaRPr sz="1600">
              <a:solidFill>
                <a:schemeClr val="dk1"/>
              </a:solidFill>
              <a:latin typeface="Cambria"/>
              <a:ea typeface="Cambria"/>
              <a:cs typeface="Cambria"/>
              <a:sym typeface="Cambria"/>
            </a:endParaRPr>
          </a:p>
          <a:p>
            <a:pPr indent="-330200" lvl="0" marL="457200" marR="0" rtl="0" algn="l">
              <a:lnSpc>
                <a:spcPct val="150000"/>
              </a:lnSpc>
              <a:spcBef>
                <a:spcPts val="0"/>
              </a:spcBef>
              <a:spcAft>
                <a:spcPts val="0"/>
              </a:spcAft>
              <a:buClr>
                <a:schemeClr val="dk1"/>
              </a:buClr>
              <a:buSzPts val="1600"/>
              <a:buFont typeface="Cambria"/>
              <a:buChar char="●"/>
            </a:pPr>
            <a:r>
              <a:rPr lang="en-US" sz="1600">
                <a:solidFill>
                  <a:schemeClr val="dk1"/>
                </a:solidFill>
                <a:latin typeface="Cambria"/>
                <a:ea typeface="Cambria"/>
                <a:cs typeface="Cambria"/>
                <a:sym typeface="Cambria"/>
              </a:rPr>
              <a:t>backend/app/rag → Retriever &amp; Generator</a:t>
            </a:r>
            <a:endParaRPr sz="1600">
              <a:solidFill>
                <a:schemeClr val="dk1"/>
              </a:solidFill>
              <a:latin typeface="Cambria"/>
              <a:ea typeface="Cambria"/>
              <a:cs typeface="Cambria"/>
              <a:sym typeface="Cambria"/>
            </a:endParaRPr>
          </a:p>
          <a:p>
            <a:pPr indent="-330200" lvl="0" marL="457200" marR="0" rtl="0" algn="l">
              <a:lnSpc>
                <a:spcPct val="150000"/>
              </a:lnSpc>
              <a:spcBef>
                <a:spcPts val="0"/>
              </a:spcBef>
              <a:spcAft>
                <a:spcPts val="0"/>
              </a:spcAft>
              <a:buClr>
                <a:schemeClr val="dk1"/>
              </a:buClr>
              <a:buSzPts val="1600"/>
              <a:buFont typeface="Cambria"/>
              <a:buChar char="●"/>
            </a:pPr>
            <a:r>
              <a:rPr lang="en-US" sz="1600">
                <a:solidFill>
                  <a:schemeClr val="dk1"/>
                </a:solidFill>
                <a:latin typeface="Cambria"/>
                <a:ea typeface="Cambria"/>
                <a:cs typeface="Cambria"/>
                <a:sym typeface="Cambria"/>
              </a:rPr>
              <a:t>chatbot-ui/web → UI</a:t>
            </a:r>
            <a:endParaRPr sz="1600">
              <a:solidFill>
                <a:schemeClr val="dk1"/>
              </a:solidFill>
              <a:latin typeface="Cambria"/>
              <a:ea typeface="Cambria"/>
              <a:cs typeface="Cambria"/>
              <a:sym typeface="Cambria"/>
            </a:endParaRPr>
          </a:p>
          <a:p>
            <a:pPr indent="-330200" lvl="0" marL="457200" marR="0" rtl="0" algn="l">
              <a:lnSpc>
                <a:spcPct val="150000"/>
              </a:lnSpc>
              <a:spcBef>
                <a:spcPts val="0"/>
              </a:spcBef>
              <a:spcAft>
                <a:spcPts val="0"/>
              </a:spcAft>
              <a:buClr>
                <a:schemeClr val="dk1"/>
              </a:buClr>
              <a:buSzPts val="1600"/>
              <a:buFont typeface="Cambria"/>
              <a:buChar char="●"/>
            </a:pPr>
            <a:r>
              <a:rPr lang="en-US" sz="1600">
                <a:solidFill>
                  <a:schemeClr val="dk1"/>
                </a:solidFill>
                <a:latin typeface="Cambria"/>
                <a:ea typeface="Cambria"/>
                <a:cs typeface="Cambria"/>
                <a:sym typeface="Cambria"/>
              </a:rPr>
              <a:t>start scripts</a:t>
            </a:r>
            <a:endParaRPr sz="1600">
              <a:solidFill>
                <a:schemeClr val="dk1"/>
              </a:solidFill>
              <a:latin typeface="Cambria"/>
              <a:ea typeface="Cambria"/>
              <a:cs typeface="Cambria"/>
              <a:sym typeface="Cambria"/>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5"/>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Results observed</a:t>
            </a:r>
            <a:endParaRPr>
              <a:latin typeface="Cambria"/>
              <a:ea typeface="Cambria"/>
              <a:cs typeface="Cambria"/>
              <a:sym typeface="Cambria"/>
            </a:endParaRPr>
          </a:p>
        </p:txBody>
      </p:sp>
      <p:sp>
        <p:nvSpPr>
          <p:cNvPr id="165" name="Google Shape;165;p25"/>
          <p:cNvSpPr txBox="1"/>
          <p:nvPr/>
        </p:nvSpPr>
        <p:spPr>
          <a:xfrm>
            <a:off x="855250" y="1091250"/>
            <a:ext cx="10583100" cy="24651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50000"/>
              </a:lnSpc>
              <a:spcBef>
                <a:spcPts val="0"/>
              </a:spcBef>
              <a:spcAft>
                <a:spcPts val="0"/>
              </a:spcAft>
              <a:buClr>
                <a:schemeClr val="dk1"/>
              </a:buClr>
              <a:buSzPts val="1600"/>
              <a:buFont typeface="Cambria"/>
              <a:buChar char="●"/>
            </a:pPr>
            <a:r>
              <a:rPr lang="en-US" sz="1600">
                <a:solidFill>
                  <a:schemeClr val="dk1"/>
                </a:solidFill>
                <a:latin typeface="Cambria"/>
                <a:ea typeface="Cambria"/>
                <a:cs typeface="Cambria"/>
                <a:sym typeface="Cambria"/>
              </a:rPr>
              <a:t>Multilingual chatbot working</a:t>
            </a:r>
            <a:endParaRPr sz="1600">
              <a:solidFill>
                <a:schemeClr val="dk1"/>
              </a:solidFill>
              <a:latin typeface="Cambria"/>
              <a:ea typeface="Cambria"/>
              <a:cs typeface="Cambria"/>
              <a:sym typeface="Cambria"/>
            </a:endParaRPr>
          </a:p>
          <a:p>
            <a:pPr indent="-330200" lvl="0" marL="457200" marR="0" rtl="0" algn="l">
              <a:lnSpc>
                <a:spcPct val="150000"/>
              </a:lnSpc>
              <a:spcBef>
                <a:spcPts val="0"/>
              </a:spcBef>
              <a:spcAft>
                <a:spcPts val="0"/>
              </a:spcAft>
              <a:buClr>
                <a:schemeClr val="dk1"/>
              </a:buClr>
              <a:buSzPts val="1600"/>
              <a:buFont typeface="Cambria"/>
              <a:buChar char="●"/>
            </a:pPr>
            <a:r>
              <a:rPr lang="en-US" sz="1600">
                <a:solidFill>
                  <a:schemeClr val="dk1"/>
                </a:solidFill>
                <a:latin typeface="Cambria"/>
                <a:ea typeface="Cambria"/>
                <a:cs typeface="Cambria"/>
                <a:sym typeface="Cambria"/>
              </a:rPr>
              <a:t>Accurate job &amp; scheme search</a:t>
            </a:r>
            <a:endParaRPr sz="1600">
              <a:solidFill>
                <a:schemeClr val="dk1"/>
              </a:solidFill>
              <a:latin typeface="Cambria"/>
              <a:ea typeface="Cambria"/>
              <a:cs typeface="Cambria"/>
              <a:sym typeface="Cambria"/>
            </a:endParaRPr>
          </a:p>
          <a:p>
            <a:pPr indent="-330200" lvl="0" marL="457200" marR="0" rtl="0" algn="l">
              <a:lnSpc>
                <a:spcPct val="150000"/>
              </a:lnSpc>
              <a:spcBef>
                <a:spcPts val="0"/>
              </a:spcBef>
              <a:spcAft>
                <a:spcPts val="0"/>
              </a:spcAft>
              <a:buClr>
                <a:schemeClr val="dk1"/>
              </a:buClr>
              <a:buSzPts val="1600"/>
              <a:buFont typeface="Cambria"/>
              <a:buChar char="●"/>
            </a:pPr>
            <a:r>
              <a:rPr lang="en-US" sz="1600">
                <a:solidFill>
                  <a:schemeClr val="dk1"/>
                </a:solidFill>
                <a:latin typeface="Cambria"/>
                <a:ea typeface="Cambria"/>
                <a:cs typeface="Cambria"/>
                <a:sym typeface="Cambria"/>
              </a:rPr>
              <a:t>Voice input working</a:t>
            </a:r>
            <a:endParaRPr sz="1600">
              <a:solidFill>
                <a:schemeClr val="dk1"/>
              </a:solidFill>
              <a:latin typeface="Cambria"/>
              <a:ea typeface="Cambria"/>
              <a:cs typeface="Cambria"/>
              <a:sym typeface="Cambria"/>
            </a:endParaRPr>
          </a:p>
          <a:p>
            <a:pPr indent="-330200" lvl="0" marL="457200" marR="0" rtl="0" algn="l">
              <a:lnSpc>
                <a:spcPct val="150000"/>
              </a:lnSpc>
              <a:spcBef>
                <a:spcPts val="0"/>
              </a:spcBef>
              <a:spcAft>
                <a:spcPts val="0"/>
              </a:spcAft>
              <a:buClr>
                <a:schemeClr val="dk1"/>
              </a:buClr>
              <a:buSzPts val="1600"/>
              <a:buFont typeface="Cambria"/>
              <a:buChar char="●"/>
            </a:pPr>
            <a:r>
              <a:rPr lang="en-US" sz="1600">
                <a:solidFill>
                  <a:schemeClr val="dk1"/>
                </a:solidFill>
                <a:latin typeface="Cambria"/>
                <a:ea typeface="Cambria"/>
                <a:cs typeface="Cambria"/>
                <a:sym typeface="Cambria"/>
              </a:rPr>
              <a:t>Frontend-Backend integrated</a:t>
            </a:r>
            <a:endParaRPr sz="1600">
              <a:solidFill>
                <a:schemeClr val="dk1"/>
              </a:solidFill>
              <a:latin typeface="Cambria"/>
              <a:ea typeface="Cambria"/>
              <a:cs typeface="Cambria"/>
              <a:sym typeface="Cambria"/>
            </a:endParaRPr>
          </a:p>
          <a:p>
            <a:pPr indent="0" lvl="0" marL="1828800" marR="0" rtl="0" algn="l">
              <a:lnSpc>
                <a:spcPct val="150000"/>
              </a:lnSpc>
              <a:spcBef>
                <a:spcPts val="0"/>
              </a:spcBef>
              <a:spcAft>
                <a:spcPts val="0"/>
              </a:spcAft>
              <a:buNone/>
            </a:pPr>
            <a:r>
              <a:t/>
            </a:r>
            <a:endParaRPr sz="1600">
              <a:solidFill>
                <a:schemeClr val="dk1"/>
              </a:solidFill>
              <a:latin typeface="Cambria"/>
              <a:ea typeface="Cambria"/>
              <a:cs typeface="Cambria"/>
              <a:sym typeface="Cambria"/>
            </a:endParaRPr>
          </a:p>
        </p:txBody>
      </p:sp>
      <p:pic>
        <p:nvPicPr>
          <p:cNvPr id="166" name="Google Shape;166;p25"/>
          <p:cNvPicPr preferRelativeResize="0"/>
          <p:nvPr/>
        </p:nvPicPr>
        <p:blipFill>
          <a:blip r:embed="rId3">
            <a:alphaModFix/>
          </a:blip>
          <a:stretch>
            <a:fillRect/>
          </a:stretch>
        </p:blipFill>
        <p:spPr>
          <a:xfrm>
            <a:off x="5232750" y="1091250"/>
            <a:ext cx="5558424" cy="50441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6"/>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Challenges Faced</a:t>
            </a:r>
            <a:endParaRPr>
              <a:latin typeface="Cambria"/>
              <a:ea typeface="Cambria"/>
              <a:cs typeface="Cambria"/>
              <a:sym typeface="Cambria"/>
            </a:endParaRPr>
          </a:p>
        </p:txBody>
      </p:sp>
      <p:sp>
        <p:nvSpPr>
          <p:cNvPr id="172" name="Google Shape;172;p26"/>
          <p:cNvSpPr txBox="1"/>
          <p:nvPr/>
        </p:nvSpPr>
        <p:spPr>
          <a:xfrm>
            <a:off x="855250" y="1091250"/>
            <a:ext cx="10583100" cy="24651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50000"/>
              </a:lnSpc>
              <a:spcBef>
                <a:spcPts val="0"/>
              </a:spcBef>
              <a:spcAft>
                <a:spcPts val="0"/>
              </a:spcAft>
              <a:buClr>
                <a:schemeClr val="dk1"/>
              </a:buClr>
              <a:buSzPts val="1600"/>
              <a:buChar char="●"/>
            </a:pPr>
            <a:r>
              <a:rPr lang="en-US" sz="1600">
                <a:solidFill>
                  <a:schemeClr val="dk1"/>
                </a:solidFill>
              </a:rPr>
              <a:t>Punjabi language handling</a:t>
            </a:r>
            <a:endParaRPr sz="1600">
              <a:solidFill>
                <a:schemeClr val="dk1"/>
              </a:solidFill>
            </a:endParaRPr>
          </a:p>
          <a:p>
            <a:pPr indent="-330200" lvl="0" marL="457200" marR="0" rtl="0" algn="l">
              <a:lnSpc>
                <a:spcPct val="150000"/>
              </a:lnSpc>
              <a:spcBef>
                <a:spcPts val="0"/>
              </a:spcBef>
              <a:spcAft>
                <a:spcPts val="0"/>
              </a:spcAft>
              <a:buClr>
                <a:schemeClr val="dk1"/>
              </a:buClr>
              <a:buSzPts val="1600"/>
              <a:buChar char="●"/>
            </a:pPr>
            <a:r>
              <a:rPr lang="en-US" sz="1600">
                <a:solidFill>
                  <a:schemeClr val="dk1"/>
                </a:solidFill>
              </a:rPr>
              <a:t>API integration</a:t>
            </a:r>
            <a:endParaRPr sz="1600">
              <a:solidFill>
                <a:schemeClr val="dk1"/>
              </a:solidFill>
            </a:endParaRPr>
          </a:p>
          <a:p>
            <a:pPr indent="-330200" lvl="0" marL="457200" marR="0" rtl="0" algn="l">
              <a:lnSpc>
                <a:spcPct val="150000"/>
              </a:lnSpc>
              <a:spcBef>
                <a:spcPts val="0"/>
              </a:spcBef>
              <a:spcAft>
                <a:spcPts val="0"/>
              </a:spcAft>
              <a:buClr>
                <a:schemeClr val="dk1"/>
              </a:buClr>
              <a:buSzPts val="1600"/>
              <a:buChar char="●"/>
            </a:pPr>
            <a:r>
              <a:rPr lang="en-US" sz="1600">
                <a:solidFill>
                  <a:schemeClr val="dk1"/>
                </a:solidFill>
              </a:rPr>
              <a:t>RAG optimization</a:t>
            </a:r>
            <a:endParaRPr sz="1600">
              <a:solidFill>
                <a:schemeClr val="dk1"/>
              </a:solidFill>
            </a:endParaRPr>
          </a:p>
          <a:p>
            <a:pPr indent="-330200" lvl="0" marL="457200" marR="0" rtl="0" algn="l">
              <a:lnSpc>
                <a:spcPct val="150000"/>
              </a:lnSpc>
              <a:spcBef>
                <a:spcPts val="0"/>
              </a:spcBef>
              <a:spcAft>
                <a:spcPts val="0"/>
              </a:spcAft>
              <a:buClr>
                <a:schemeClr val="dk1"/>
              </a:buClr>
              <a:buSzPts val="1600"/>
              <a:buChar char="●"/>
            </a:pPr>
            <a:r>
              <a:rPr lang="en-US" sz="1600">
                <a:solidFill>
                  <a:schemeClr val="dk1"/>
                </a:solidFill>
              </a:rPr>
              <a:t>Vector tuning</a:t>
            </a:r>
            <a:endParaRPr sz="1600">
              <a:solidFill>
                <a:schemeClr val="dk1"/>
              </a:solidFill>
            </a:endParaRPr>
          </a:p>
          <a:p>
            <a:pPr indent="-330200" lvl="0" marL="457200" marR="0" rtl="0" algn="l">
              <a:lnSpc>
                <a:spcPct val="150000"/>
              </a:lnSpc>
              <a:spcBef>
                <a:spcPts val="0"/>
              </a:spcBef>
              <a:spcAft>
                <a:spcPts val="0"/>
              </a:spcAft>
              <a:buClr>
                <a:schemeClr val="dk1"/>
              </a:buClr>
              <a:buSzPts val="1600"/>
              <a:buChar char="●"/>
            </a:pPr>
            <a:r>
              <a:rPr lang="en-US" sz="1600">
                <a:solidFill>
                  <a:schemeClr val="dk1"/>
                </a:solidFill>
              </a:rPr>
              <a:t>Synchronization</a:t>
            </a:r>
            <a:endParaRPr sz="16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7"/>
          <p:cNvSpPr txBox="1"/>
          <p:nvPr>
            <p:ph type="title"/>
          </p:nvPr>
        </p:nvSpPr>
        <p:spPr>
          <a:xfrm>
            <a:off x="812800" y="274638"/>
            <a:ext cx="10668000" cy="4875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17365D"/>
              </a:buClr>
              <a:buSzPts val="2800"/>
              <a:buFont typeface="Verdana"/>
              <a:buNone/>
            </a:pPr>
            <a:r>
              <a:rPr lang="en-US">
                <a:latin typeface="Cambria"/>
                <a:ea typeface="Cambria"/>
                <a:cs typeface="Cambria"/>
                <a:sym typeface="Cambria"/>
              </a:rPr>
              <a:t>Conclusion</a:t>
            </a:r>
            <a:endParaRPr>
              <a:latin typeface="Cambria"/>
              <a:ea typeface="Cambria"/>
              <a:cs typeface="Cambria"/>
              <a:sym typeface="Cambria"/>
            </a:endParaRPr>
          </a:p>
        </p:txBody>
      </p:sp>
      <p:sp>
        <p:nvSpPr>
          <p:cNvPr id="178" name="Google Shape;178;p27"/>
          <p:cNvSpPr txBox="1"/>
          <p:nvPr/>
        </p:nvSpPr>
        <p:spPr>
          <a:xfrm>
            <a:off x="855250" y="1091250"/>
            <a:ext cx="10583100" cy="2465100"/>
          </a:xfrm>
          <a:prstGeom prst="rect">
            <a:avLst/>
          </a:prstGeom>
          <a:noFill/>
          <a:ln>
            <a:noFill/>
          </a:ln>
        </p:spPr>
        <p:txBody>
          <a:bodyPr anchorCtr="0" anchor="t" bIns="91425" lIns="91425" spcFirstLastPara="1" rIns="91425" wrap="square" tIns="91425">
            <a:noAutofit/>
          </a:bodyPr>
          <a:lstStyle/>
          <a:p>
            <a:pPr indent="-330200" lvl="0" marL="457200" marR="0" rtl="0" algn="l">
              <a:lnSpc>
                <a:spcPct val="150000"/>
              </a:lnSpc>
              <a:spcBef>
                <a:spcPts val="0"/>
              </a:spcBef>
              <a:spcAft>
                <a:spcPts val="0"/>
              </a:spcAft>
              <a:buClr>
                <a:schemeClr val="dk1"/>
              </a:buClr>
              <a:buSzPts val="1600"/>
              <a:buChar char="●"/>
            </a:pPr>
            <a:r>
              <a:rPr lang="en-US" sz="1600">
                <a:solidFill>
                  <a:schemeClr val="dk1"/>
                </a:solidFill>
              </a:rPr>
              <a:t>Multilingual voice-enabled chatbot built</a:t>
            </a:r>
            <a:endParaRPr sz="1600">
              <a:solidFill>
                <a:schemeClr val="dk1"/>
              </a:solidFill>
            </a:endParaRPr>
          </a:p>
          <a:p>
            <a:pPr indent="-330200" lvl="0" marL="457200" marR="0" rtl="0" algn="l">
              <a:lnSpc>
                <a:spcPct val="150000"/>
              </a:lnSpc>
              <a:spcBef>
                <a:spcPts val="0"/>
              </a:spcBef>
              <a:spcAft>
                <a:spcPts val="0"/>
              </a:spcAft>
              <a:buClr>
                <a:schemeClr val="dk1"/>
              </a:buClr>
              <a:buSzPts val="1600"/>
              <a:buChar char="●"/>
            </a:pPr>
            <a:r>
              <a:rPr lang="en-US" sz="1600">
                <a:solidFill>
                  <a:schemeClr val="dk1"/>
                </a:solidFill>
              </a:rPr>
              <a:t>Uses RAG for accuracy</a:t>
            </a:r>
            <a:endParaRPr sz="1600">
              <a:solidFill>
                <a:schemeClr val="dk1"/>
              </a:solidFill>
            </a:endParaRPr>
          </a:p>
          <a:p>
            <a:pPr indent="-330200" lvl="0" marL="457200" marR="0" rtl="0" algn="l">
              <a:lnSpc>
                <a:spcPct val="150000"/>
              </a:lnSpc>
              <a:spcBef>
                <a:spcPts val="0"/>
              </a:spcBef>
              <a:spcAft>
                <a:spcPts val="0"/>
              </a:spcAft>
              <a:buClr>
                <a:schemeClr val="dk1"/>
              </a:buClr>
              <a:buSzPts val="1600"/>
              <a:buChar char="●"/>
            </a:pPr>
            <a:r>
              <a:rPr lang="en-US" sz="1600">
                <a:solidFill>
                  <a:schemeClr val="dk1"/>
                </a:solidFill>
              </a:rPr>
              <a:t>Highly useful for Punjab employment ecosystem</a:t>
            </a:r>
            <a:endParaRPr sz="1600">
              <a:solidFill>
                <a:schemeClr val="dk1"/>
              </a:solidFill>
            </a:endParaRPr>
          </a:p>
          <a:p>
            <a:pPr indent="0" lvl="0" marL="1828800" marR="0" rtl="0" algn="l">
              <a:lnSpc>
                <a:spcPct val="150000"/>
              </a:lnSpc>
              <a:spcBef>
                <a:spcPts val="0"/>
              </a:spcBef>
              <a:spcAft>
                <a:spcPts val="0"/>
              </a:spcAft>
              <a:buNone/>
            </a:pPr>
            <a:r>
              <a:t/>
            </a:r>
            <a:endParaRPr sz="1600">
              <a:solidFill>
                <a:schemeClr val="dk1"/>
              </a:solidFill>
            </a:endParaRPr>
          </a:p>
        </p:txBody>
      </p:sp>
      <p:sp>
        <p:nvSpPr>
          <p:cNvPr id="179" name="Google Shape;179;p27"/>
          <p:cNvSpPr txBox="1"/>
          <p:nvPr/>
        </p:nvSpPr>
        <p:spPr>
          <a:xfrm>
            <a:off x="834725" y="3424875"/>
            <a:ext cx="7601700" cy="157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600">
                <a:solidFill>
                  <a:schemeClr val="dk1"/>
                </a:solidFill>
              </a:rPr>
              <a:t>Github Link: </a:t>
            </a:r>
            <a:r>
              <a:rPr lang="en-US" sz="1600" u="sng">
                <a:solidFill>
                  <a:schemeClr val="hlink"/>
                </a:solidFill>
                <a:hlinkClick r:id="rId3"/>
              </a:rPr>
              <a:t>https://github.com/ashwin2947/PGRKAM-Smart-Assistant</a:t>
            </a:r>
            <a:endParaRPr sz="16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pic>
        <p:nvPicPr>
          <p:cNvPr id="184" name="Google Shape;184;p28"/>
          <p:cNvPicPr preferRelativeResize="0"/>
          <p:nvPr/>
        </p:nvPicPr>
        <p:blipFill rotWithShape="1">
          <a:blip r:embed="rId3">
            <a:alphaModFix/>
          </a:blip>
          <a:srcRect b="0" l="0" r="0" t="0"/>
          <a:stretch/>
        </p:blipFill>
        <p:spPr>
          <a:xfrm>
            <a:off x="4082811" y="1441315"/>
            <a:ext cx="3893305" cy="393547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